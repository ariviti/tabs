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8" r:id="rId2"/>
    <p:sldId id="264" r:id="rId3"/>
    <p:sldId id="265" r:id="rId4"/>
    <p:sldId id="263" r:id="rId5"/>
    <p:sldId id="259" r:id="rId6"/>
    <p:sldId id="256" r:id="rId7"/>
    <p:sldId id="257" r:id="rId8"/>
    <p:sldId id="260" r:id="rId9"/>
    <p:sldId id="261" r:id="rId10"/>
    <p:sldId id="262" r:id="rId11"/>
  </p:sldIdLst>
  <p:sldSz cx="10691813" cy="15119350"/>
  <p:notesSz cx="7010400" cy="9296400"/>
  <p:embeddedFontLst>
    <p:embeddedFont>
      <p:font typeface="IBM Plex Sans" panose="020B0503050203000203" pitchFamily="34" charset="0"/>
      <p:regular r:id="rId13"/>
      <p:bold r:id="rId14"/>
      <p:italic r:id="rId15"/>
      <p:boldItalic r:id="rId16"/>
    </p:embeddedFont>
    <p:embeddedFont>
      <p:font typeface="Open Sans" panose="020B0606030504020204" pitchFamily="34" charset="0"/>
      <p:regular r:id="rId17"/>
      <p:bold r:id="rId18"/>
      <p:italic r:id="rId19"/>
      <p:boldItalic r:id="rId20"/>
    </p:embeddedFont>
    <p:embeddedFont>
      <p:font typeface="Plus Jakarta Sans" pitchFamily="2" charset="0"/>
      <p:regular r:id="rId21"/>
      <p:bold r:id="rId22"/>
      <p:italic r:id="rId23"/>
      <p:boldItalic r:id="rId24"/>
    </p:embeddedFont>
    <p:embeddedFont>
      <p:font typeface="Quicksand" panose="020B0604020202020204" charset="0"/>
      <p:regular r:id="rId25"/>
      <p:bold r:id="rId26"/>
    </p:embeddedFont>
    <p:embeddedFont>
      <p:font typeface="Roboto" panose="02000000000000000000" pitchFamily="2" charset="0"/>
      <p:regular r:id="rId27"/>
      <p:bold r:id="rId28"/>
      <p:italic r:id="rId29"/>
      <p:boldItalic r:id="rId30"/>
    </p:embeddedFont>
    <p:embeddedFont>
      <p:font typeface="Sintony" panose="020B0604020202020204" charset="0"/>
      <p:regular r:id="rId31"/>
      <p:bold r:id="rId32"/>
    </p:embeddedFont>
    <p:embeddedFont>
      <p:font typeface="Space Grotesk" pitchFamily="2" charset="0"/>
      <p:regular r:id="rId33"/>
      <p:bold r:id="rId34"/>
    </p:embeddedFont>
    <p:embeddedFont>
      <p:font typeface="Work Sans" pitchFamily="2"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762">
          <p15:clr>
            <a:srgbClr val="A4A3A4"/>
          </p15:clr>
        </p15:guide>
        <p15:guide id="2" pos="3368">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9" roundtripDataSignature="AMtx7mgIuxTE5Yp5F3NgZIilJnhMjLrks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738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3180" y="36"/>
      </p:cViewPr>
      <p:guideLst>
        <p:guide orient="horz" pos="4762"/>
        <p:guide pos="3368"/>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9" Type="http://customschemas.google.com/relationships/presentationmetadata" Target="metadata"/><Relationship Id="rId21" Type="http://schemas.openxmlformats.org/officeDocument/2006/relationships/font" Target="fonts/font9.fntdata"/><Relationship Id="rId34" Type="http://schemas.openxmlformats.org/officeDocument/2006/relationships/font" Target="fonts/font22.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font" Target="fonts/font20.fntdata"/><Relationship Id="rId37" Type="http://schemas.openxmlformats.org/officeDocument/2006/relationships/font" Target="fonts/font25.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36" Type="http://schemas.openxmlformats.org/officeDocument/2006/relationships/font" Target="fonts/font24.fntdata"/><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font" Target="fonts/font19.fntdata"/><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font" Target="fonts/font18.fntdata"/><Relationship Id="rId35" Type="http://schemas.openxmlformats.org/officeDocument/2006/relationships/font" Target="fonts/font23.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font" Target="fonts/font21.fntdata"/><Relationship Id="rId38" Type="http://schemas.openxmlformats.org/officeDocument/2006/relationships/font" Target="fonts/font26.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lyzed.com" userId="aaed2106-48f5-4a15-b1fa-35c21b04e48b" providerId="ADAL" clId="{4614826B-B488-4E05-8780-12923E585C6C}"/>
    <pc:docChg chg="undo redo custSel addSld modSld sldOrd modNotesMaster">
      <pc:chgData name="anilyzed.com" userId="aaed2106-48f5-4a15-b1fa-35c21b04e48b" providerId="ADAL" clId="{4614826B-B488-4E05-8780-12923E585C6C}" dt="2026-08-13T10:36:24.683" v="525" actId="478"/>
      <pc:docMkLst>
        <pc:docMk/>
      </pc:docMkLst>
      <pc:sldChg chg="modNotes">
        <pc:chgData name="anilyzed.com" userId="aaed2106-48f5-4a15-b1fa-35c21b04e48b" providerId="ADAL" clId="{4614826B-B488-4E05-8780-12923E585C6C}" dt="2026-08-05T06:33:28.704" v="457"/>
        <pc:sldMkLst>
          <pc:docMk/>
          <pc:sldMk cId="0" sldId="256"/>
        </pc:sldMkLst>
      </pc:sldChg>
      <pc:sldChg chg="modNotes">
        <pc:chgData name="anilyzed.com" userId="aaed2106-48f5-4a15-b1fa-35c21b04e48b" providerId="ADAL" clId="{4614826B-B488-4E05-8780-12923E585C6C}" dt="2026-08-05T06:33:28.704" v="457"/>
        <pc:sldMkLst>
          <pc:docMk/>
          <pc:sldMk cId="0" sldId="257"/>
        </pc:sldMkLst>
      </pc:sldChg>
      <pc:sldChg chg="addSp delSp modSp mod ord modNotes">
        <pc:chgData name="anilyzed.com" userId="aaed2106-48f5-4a15-b1fa-35c21b04e48b" providerId="ADAL" clId="{4614826B-B488-4E05-8780-12923E585C6C}" dt="2026-08-13T03:35:54.548" v="523" actId="113"/>
        <pc:sldMkLst>
          <pc:docMk/>
          <pc:sldMk cId="0" sldId="258"/>
        </pc:sldMkLst>
        <pc:spChg chg="add mod">
          <ac:chgData name="anilyzed.com" userId="aaed2106-48f5-4a15-b1fa-35c21b04e48b" providerId="ADAL" clId="{4614826B-B488-4E05-8780-12923E585C6C}" dt="2026-08-13T03:35:54.548" v="523" actId="113"/>
          <ac:spMkLst>
            <pc:docMk/>
            <pc:sldMk cId="0" sldId="258"/>
            <ac:spMk id="5" creationId="{6E1347AA-D15A-BF9B-2CE5-62237803B3C3}"/>
          </ac:spMkLst>
        </pc:spChg>
        <pc:spChg chg="add mod">
          <ac:chgData name="anilyzed.com" userId="aaed2106-48f5-4a15-b1fa-35c21b04e48b" providerId="ADAL" clId="{4614826B-B488-4E05-8780-12923E585C6C}" dt="2026-08-04T09:59:34.169" v="365" actId="20577"/>
          <ac:spMkLst>
            <pc:docMk/>
            <pc:sldMk cId="0" sldId="258"/>
            <ac:spMk id="7" creationId="{5E75A544-8A19-EB3D-83F0-54B2B803FC82}"/>
          </ac:spMkLst>
        </pc:spChg>
        <pc:spChg chg="add mod">
          <ac:chgData name="anilyzed.com" userId="aaed2106-48f5-4a15-b1fa-35c21b04e48b" providerId="ADAL" clId="{4614826B-B488-4E05-8780-12923E585C6C}" dt="2026-08-05T06:35:16.608" v="461"/>
          <ac:spMkLst>
            <pc:docMk/>
            <pc:sldMk cId="0" sldId="258"/>
            <ac:spMk id="8" creationId="{59D2C54A-B85C-77FA-667F-483E5CC61FD8}"/>
          </ac:spMkLst>
        </pc:spChg>
        <pc:spChg chg="add mod">
          <ac:chgData name="anilyzed.com" userId="aaed2106-48f5-4a15-b1fa-35c21b04e48b" providerId="ADAL" clId="{4614826B-B488-4E05-8780-12923E585C6C}" dt="2026-08-04T09:58:48.634" v="341" actId="2711"/>
          <ac:spMkLst>
            <pc:docMk/>
            <pc:sldMk cId="0" sldId="258"/>
            <ac:spMk id="9" creationId="{C9E6FE18-3725-B8B5-0296-834D4D635C50}"/>
          </ac:spMkLst>
        </pc:spChg>
        <pc:spChg chg="add mod">
          <ac:chgData name="anilyzed.com" userId="aaed2106-48f5-4a15-b1fa-35c21b04e48b" providerId="ADAL" clId="{4614826B-B488-4E05-8780-12923E585C6C}" dt="2026-08-05T05:42:57.319" v="383" actId="20577"/>
          <ac:spMkLst>
            <pc:docMk/>
            <pc:sldMk cId="0" sldId="258"/>
            <ac:spMk id="11" creationId="{9A19D5A9-0CF9-8B0D-D384-D03A8111FFAA}"/>
          </ac:spMkLst>
        </pc:spChg>
        <pc:spChg chg="add del">
          <ac:chgData name="anilyzed.com" userId="aaed2106-48f5-4a15-b1fa-35c21b04e48b" providerId="ADAL" clId="{4614826B-B488-4E05-8780-12923E585C6C}" dt="2026-08-13T03:35:52.882" v="522" actId="478"/>
          <ac:spMkLst>
            <pc:docMk/>
            <pc:sldMk cId="0" sldId="258"/>
            <ac:spMk id="13" creationId="{293EFDBF-C856-1B08-79DD-033554607A6B}"/>
          </ac:spMkLst>
        </pc:spChg>
        <pc:spChg chg="mod">
          <ac:chgData name="anilyzed.com" userId="aaed2106-48f5-4a15-b1fa-35c21b04e48b" providerId="ADAL" clId="{4614826B-B488-4E05-8780-12923E585C6C}" dt="2026-08-03T16:27:59.977" v="302" actId="14100"/>
          <ac:spMkLst>
            <pc:docMk/>
            <pc:sldMk cId="0" sldId="258"/>
            <ac:spMk id="51" creationId="{00000000-0000-0000-0000-000000000000}"/>
          </ac:spMkLst>
        </pc:spChg>
        <pc:picChg chg="add del mod">
          <ac:chgData name="anilyzed.com" userId="aaed2106-48f5-4a15-b1fa-35c21b04e48b" providerId="ADAL" clId="{4614826B-B488-4E05-8780-12923E585C6C}" dt="2026-08-13T03:06:24.609" v="493" actId="478"/>
          <ac:picMkLst>
            <pc:docMk/>
            <pc:sldMk cId="0" sldId="258"/>
            <ac:picMk id="3" creationId="{2A5F3C97-5C24-641A-812E-36079C872641}"/>
          </ac:picMkLst>
        </pc:picChg>
        <pc:picChg chg="add">
          <ac:chgData name="anilyzed.com" userId="aaed2106-48f5-4a15-b1fa-35c21b04e48b" providerId="ADAL" clId="{4614826B-B488-4E05-8780-12923E585C6C}" dt="2026-08-05T07:55:17.478" v="471" actId="22"/>
          <ac:picMkLst>
            <pc:docMk/>
            <pc:sldMk cId="0" sldId="258"/>
            <ac:picMk id="4" creationId="{01963D56-1F0D-9F0C-D636-085F91EB03F6}"/>
          </ac:picMkLst>
        </pc:picChg>
        <pc:picChg chg="add del mod">
          <ac:chgData name="anilyzed.com" userId="aaed2106-48f5-4a15-b1fa-35c21b04e48b" providerId="ADAL" clId="{4614826B-B488-4E05-8780-12923E585C6C}" dt="2026-08-13T03:34:12.487" v="502" actId="21"/>
          <ac:picMkLst>
            <pc:docMk/>
            <pc:sldMk cId="0" sldId="258"/>
            <ac:picMk id="10" creationId="{0661A5D2-7F74-AA56-FD58-E0D02678F9B7}"/>
          </ac:picMkLst>
        </pc:picChg>
        <pc:picChg chg="add mod">
          <ac:chgData name="anilyzed.com" userId="aaed2106-48f5-4a15-b1fa-35c21b04e48b" providerId="ADAL" clId="{4614826B-B488-4E05-8780-12923E585C6C}" dt="2026-08-13T03:35:47.138" v="520" actId="1035"/>
          <ac:picMkLst>
            <pc:docMk/>
            <pc:sldMk cId="0" sldId="258"/>
            <ac:picMk id="15" creationId="{7D6909FC-D9C4-0596-F683-BB43FF251834}"/>
          </ac:picMkLst>
        </pc:picChg>
        <pc:cxnChg chg="add del mod">
          <ac:chgData name="anilyzed.com" userId="aaed2106-48f5-4a15-b1fa-35c21b04e48b" providerId="ADAL" clId="{4614826B-B488-4E05-8780-12923E585C6C}" dt="2026-08-05T05:43:12.133" v="385" actId="478"/>
          <ac:cxnSpMkLst>
            <pc:docMk/>
            <pc:sldMk cId="0" sldId="258"/>
            <ac:cxnSpMk id="17" creationId="{C7D4F926-5A19-6FEB-72DC-FD8D557F6DA3}"/>
          </ac:cxnSpMkLst>
        </pc:cxnChg>
      </pc:sldChg>
      <pc:sldChg chg="ord modNotes">
        <pc:chgData name="anilyzed.com" userId="aaed2106-48f5-4a15-b1fa-35c21b04e48b" providerId="ADAL" clId="{4614826B-B488-4E05-8780-12923E585C6C}" dt="2026-08-05T06:33:28.704" v="457"/>
        <pc:sldMkLst>
          <pc:docMk/>
          <pc:sldMk cId="0" sldId="259"/>
        </pc:sldMkLst>
      </pc:sldChg>
      <pc:sldChg chg="modNotes">
        <pc:chgData name="anilyzed.com" userId="aaed2106-48f5-4a15-b1fa-35c21b04e48b" providerId="ADAL" clId="{4614826B-B488-4E05-8780-12923E585C6C}" dt="2026-08-05T06:33:28.704" v="457"/>
        <pc:sldMkLst>
          <pc:docMk/>
          <pc:sldMk cId="0" sldId="260"/>
        </pc:sldMkLst>
      </pc:sldChg>
      <pc:sldChg chg="modNotes">
        <pc:chgData name="anilyzed.com" userId="aaed2106-48f5-4a15-b1fa-35c21b04e48b" providerId="ADAL" clId="{4614826B-B488-4E05-8780-12923E585C6C}" dt="2026-08-05T06:33:28.704" v="457"/>
        <pc:sldMkLst>
          <pc:docMk/>
          <pc:sldMk cId="0" sldId="261"/>
        </pc:sldMkLst>
      </pc:sldChg>
      <pc:sldChg chg="modNotes">
        <pc:chgData name="anilyzed.com" userId="aaed2106-48f5-4a15-b1fa-35c21b04e48b" providerId="ADAL" clId="{4614826B-B488-4E05-8780-12923E585C6C}" dt="2026-08-05T06:33:28.704" v="457"/>
        <pc:sldMkLst>
          <pc:docMk/>
          <pc:sldMk cId="0" sldId="262"/>
        </pc:sldMkLst>
      </pc:sldChg>
      <pc:sldChg chg="addSp delSp add mod modNotes">
        <pc:chgData name="anilyzed.com" userId="aaed2106-48f5-4a15-b1fa-35c21b04e48b" providerId="ADAL" clId="{4614826B-B488-4E05-8780-12923E585C6C}" dt="2026-08-13T10:36:24.683" v="525" actId="478"/>
        <pc:sldMkLst>
          <pc:docMk/>
          <pc:sldMk cId="1329159949" sldId="263"/>
        </pc:sldMkLst>
        <pc:picChg chg="add del">
          <ac:chgData name="anilyzed.com" userId="aaed2106-48f5-4a15-b1fa-35c21b04e48b" providerId="ADAL" clId="{4614826B-B488-4E05-8780-12923E585C6C}" dt="2026-08-13T10:36:24.683" v="525" actId="478"/>
          <ac:picMkLst>
            <pc:docMk/>
            <pc:sldMk cId="1329159949" sldId="263"/>
            <ac:picMk id="3" creationId="{C1CDBEE3-6029-6DD7-D6F3-F1AA542298FB}"/>
          </ac:picMkLst>
        </pc:picChg>
      </pc:sldChg>
      <pc:sldChg chg="addSp delSp modSp add mod modNotes">
        <pc:chgData name="anilyzed.com" userId="aaed2106-48f5-4a15-b1fa-35c21b04e48b" providerId="ADAL" clId="{4614826B-B488-4E05-8780-12923E585C6C}" dt="2026-08-13T03:35:27.300" v="510" actId="22"/>
        <pc:sldMkLst>
          <pc:docMk/>
          <pc:sldMk cId="2927162848" sldId="264"/>
        </pc:sldMkLst>
        <pc:spChg chg="add">
          <ac:chgData name="anilyzed.com" userId="aaed2106-48f5-4a15-b1fa-35c21b04e48b" providerId="ADAL" clId="{4614826B-B488-4E05-8780-12923E585C6C}" dt="2026-08-13T03:35:27.300" v="510" actId="22"/>
          <ac:spMkLst>
            <pc:docMk/>
            <pc:sldMk cId="2927162848" sldId="264"/>
            <ac:spMk id="4" creationId="{776DEF1A-9520-7847-C1C6-6E9BDD8ED78D}"/>
          </ac:spMkLst>
        </pc:spChg>
        <pc:spChg chg="del mod">
          <ac:chgData name="anilyzed.com" userId="aaed2106-48f5-4a15-b1fa-35c21b04e48b" providerId="ADAL" clId="{4614826B-B488-4E05-8780-12923E585C6C}" dt="2026-08-13T03:35:26.530" v="509" actId="478"/>
          <ac:spMkLst>
            <pc:docMk/>
            <pc:sldMk cId="2927162848" sldId="264"/>
            <ac:spMk id="5" creationId="{108297F4-7022-FB6B-079F-D149C34CA0DB}"/>
          </ac:spMkLst>
        </pc:spChg>
        <pc:spChg chg="mod">
          <ac:chgData name="anilyzed.com" userId="aaed2106-48f5-4a15-b1fa-35c21b04e48b" providerId="ADAL" clId="{4614826B-B488-4E05-8780-12923E585C6C}" dt="2026-08-05T06:35:24.591" v="463"/>
          <ac:spMkLst>
            <pc:docMk/>
            <pc:sldMk cId="2927162848" sldId="264"/>
            <ac:spMk id="8" creationId="{4983A8A2-B543-F605-5502-9A58C154CC9A}"/>
          </ac:spMkLst>
        </pc:spChg>
        <pc:spChg chg="mod">
          <ac:chgData name="anilyzed.com" userId="aaed2106-48f5-4a15-b1fa-35c21b04e48b" providerId="ADAL" clId="{4614826B-B488-4E05-8780-12923E585C6C}" dt="2026-08-05T05:46:40.311" v="456" actId="14100"/>
          <ac:spMkLst>
            <pc:docMk/>
            <pc:sldMk cId="2927162848" sldId="264"/>
            <ac:spMk id="51" creationId="{16D3C348-24B1-8ECA-F038-E170F3A8A0F7}"/>
          </ac:spMkLst>
        </pc:spChg>
        <pc:picChg chg="add">
          <ac:chgData name="anilyzed.com" userId="aaed2106-48f5-4a15-b1fa-35c21b04e48b" providerId="ADAL" clId="{4614826B-B488-4E05-8780-12923E585C6C}" dt="2026-08-05T07:55:37.512" v="473" actId="22"/>
          <ac:picMkLst>
            <pc:docMk/>
            <pc:sldMk cId="2927162848" sldId="264"/>
            <ac:picMk id="3" creationId="{F65CB9A3-8D3F-BCFC-DA78-F0C548909498}"/>
          </ac:picMkLst>
        </pc:picChg>
        <pc:picChg chg="add">
          <ac:chgData name="anilyzed.com" userId="aaed2106-48f5-4a15-b1fa-35c21b04e48b" providerId="ADAL" clId="{4614826B-B488-4E05-8780-12923E585C6C}" dt="2026-08-13T03:35:27.300" v="510" actId="22"/>
          <ac:picMkLst>
            <pc:docMk/>
            <pc:sldMk cId="2927162848" sldId="264"/>
            <ac:picMk id="10" creationId="{F454D9DD-F4C3-2426-AE5B-47140CCBDF01}"/>
          </ac:picMkLst>
        </pc:picChg>
      </pc:sldChg>
      <pc:sldChg chg="addSp modSp add mod">
        <pc:chgData name="anilyzed.com" userId="aaed2106-48f5-4a15-b1fa-35c21b04e48b" providerId="ADAL" clId="{4614826B-B488-4E05-8780-12923E585C6C}" dt="2026-08-13T03:34:57.222" v="508" actId="1076"/>
        <pc:sldMkLst>
          <pc:docMk/>
          <pc:sldMk cId="383087857" sldId="265"/>
        </pc:sldMkLst>
        <pc:spChg chg="mod">
          <ac:chgData name="anilyzed.com" userId="aaed2106-48f5-4a15-b1fa-35c21b04e48b" providerId="ADAL" clId="{4614826B-B488-4E05-8780-12923E585C6C}" dt="2026-08-13T03:34:39.514" v="506" actId="113"/>
          <ac:spMkLst>
            <pc:docMk/>
            <pc:sldMk cId="383087857" sldId="265"/>
            <ac:spMk id="5" creationId="{7E64F634-EED6-AF90-9AFA-1CDF10BC115A}"/>
          </ac:spMkLst>
        </pc:spChg>
        <pc:spChg chg="mod">
          <ac:chgData name="anilyzed.com" userId="aaed2106-48f5-4a15-b1fa-35c21b04e48b" providerId="ADAL" clId="{4614826B-B488-4E05-8780-12923E585C6C}" dt="2026-08-13T02:19:59.339" v="488" actId="1035"/>
          <ac:spMkLst>
            <pc:docMk/>
            <pc:sldMk cId="383087857" sldId="265"/>
            <ac:spMk id="7" creationId="{DF252085-3FA6-B836-9D71-64C251ABACC8}"/>
          </ac:spMkLst>
        </pc:spChg>
        <pc:spChg chg="mod">
          <ac:chgData name="anilyzed.com" userId="aaed2106-48f5-4a15-b1fa-35c21b04e48b" providerId="ADAL" clId="{4614826B-B488-4E05-8780-12923E585C6C}" dt="2026-08-13T02:19:59.339" v="488" actId="1035"/>
          <ac:spMkLst>
            <pc:docMk/>
            <pc:sldMk cId="383087857" sldId="265"/>
            <ac:spMk id="9" creationId="{2BE81C75-E43F-41D1-B9A6-FC4490F6B78A}"/>
          </ac:spMkLst>
        </pc:spChg>
        <pc:spChg chg="mod">
          <ac:chgData name="anilyzed.com" userId="aaed2106-48f5-4a15-b1fa-35c21b04e48b" providerId="ADAL" clId="{4614826B-B488-4E05-8780-12923E585C6C}" dt="2026-08-13T02:19:55.503" v="482" actId="1036"/>
          <ac:spMkLst>
            <pc:docMk/>
            <pc:sldMk cId="383087857" sldId="265"/>
            <ac:spMk id="11" creationId="{60BEDEF1-0FB6-2CDA-5BD8-1A82B96AD161}"/>
          </ac:spMkLst>
        </pc:spChg>
        <pc:picChg chg="add mod">
          <ac:chgData name="anilyzed.com" userId="aaed2106-48f5-4a15-b1fa-35c21b04e48b" providerId="ADAL" clId="{4614826B-B488-4E05-8780-12923E585C6C}" dt="2026-08-13T03:34:57.222" v="508" actId="1076"/>
          <ac:picMkLst>
            <pc:docMk/>
            <pc:sldMk cId="383087857" sldId="265"/>
            <ac:picMk id="4" creationId="{96B5B51C-EC0D-59CD-FC08-532A333AB67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73300" y="696913"/>
            <a:ext cx="2465388"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01040" y="4415790"/>
            <a:ext cx="5608320" cy="4183380"/>
          </a:xfrm>
          <a:prstGeom prst="rect">
            <a:avLst/>
          </a:prstGeom>
          <a:noFill/>
          <a:ln>
            <a:noFill/>
          </a:ln>
        </p:spPr>
        <p:txBody>
          <a:bodyPr spcFirstLastPara="1" wrap="square" lIns="93162" tIns="93162" rIns="93162" bIns="93162"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3ef76b15dfc_0_0:notes"/>
          <p:cNvSpPr>
            <a:spLocks noGrp="1" noRot="1" noChangeAspect="1"/>
          </p:cNvSpPr>
          <p:nvPr>
            <p:ph type="sldImg" idx="2"/>
          </p:nvPr>
        </p:nvSpPr>
        <p:spPr>
          <a:xfrm>
            <a:off x="2273300" y="696913"/>
            <a:ext cx="24638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 name="Google Shape;49;g3ef76b15dfc_0_0:notes"/>
          <p:cNvSpPr txBox="1">
            <a:spLocks noGrp="1"/>
          </p:cNvSpPr>
          <p:nvPr>
            <p:ph type="body" idx="1"/>
          </p:nvPr>
        </p:nvSpPr>
        <p:spPr>
          <a:xfrm>
            <a:off x="701040" y="4415790"/>
            <a:ext cx="5608320" cy="4183380"/>
          </a:xfrm>
          <a:prstGeom prst="rect">
            <a:avLst/>
          </a:prstGeom>
          <a:noFill/>
          <a:ln>
            <a:noFill/>
          </a:ln>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a:extLst>
            <a:ext uri="{FF2B5EF4-FFF2-40B4-BE49-F238E27FC236}">
              <a16:creationId xmlns:a16="http://schemas.microsoft.com/office/drawing/2014/main" id="{5FBB8B34-A6D8-EBE8-99CA-62013700A59C}"/>
            </a:ext>
          </a:extLst>
        </p:cNvPr>
        <p:cNvGrpSpPr/>
        <p:nvPr/>
      </p:nvGrpSpPr>
      <p:grpSpPr>
        <a:xfrm>
          <a:off x="0" y="0"/>
          <a:ext cx="0" cy="0"/>
          <a:chOff x="0" y="0"/>
          <a:chExt cx="0" cy="0"/>
        </a:xfrm>
      </p:grpSpPr>
      <p:sp>
        <p:nvSpPr>
          <p:cNvPr id="48" name="Google Shape;48;g3ef76b15dfc_0_0:notes">
            <a:extLst>
              <a:ext uri="{FF2B5EF4-FFF2-40B4-BE49-F238E27FC236}">
                <a16:creationId xmlns:a16="http://schemas.microsoft.com/office/drawing/2014/main" id="{0CE837CB-A1FD-9A75-0DFD-E2AB1905B602}"/>
              </a:ext>
            </a:extLst>
          </p:cNvPr>
          <p:cNvSpPr>
            <a:spLocks noGrp="1" noRot="1" noChangeAspect="1"/>
          </p:cNvSpPr>
          <p:nvPr>
            <p:ph type="sldImg" idx="2"/>
          </p:nvPr>
        </p:nvSpPr>
        <p:spPr>
          <a:xfrm>
            <a:off x="2273300" y="696913"/>
            <a:ext cx="24638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 name="Google Shape;49;g3ef76b15dfc_0_0:notes">
            <a:extLst>
              <a:ext uri="{FF2B5EF4-FFF2-40B4-BE49-F238E27FC236}">
                <a16:creationId xmlns:a16="http://schemas.microsoft.com/office/drawing/2014/main" id="{8F2A20E4-F5FE-E9D2-3E58-704DA10F3B9D}"/>
              </a:ext>
            </a:extLst>
          </p:cNvPr>
          <p:cNvSpPr txBox="1">
            <a:spLocks noGrp="1"/>
          </p:cNvSpPr>
          <p:nvPr>
            <p:ph type="body" idx="1"/>
          </p:nvPr>
        </p:nvSpPr>
        <p:spPr>
          <a:xfrm>
            <a:off x="701040" y="4415790"/>
            <a:ext cx="5608320" cy="4183380"/>
          </a:xfrm>
          <a:prstGeom prst="rect">
            <a:avLst/>
          </a:prstGeom>
          <a:noFill/>
          <a:ln>
            <a:noFill/>
          </a:ln>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1446423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a:extLst>
            <a:ext uri="{FF2B5EF4-FFF2-40B4-BE49-F238E27FC236}">
              <a16:creationId xmlns:a16="http://schemas.microsoft.com/office/drawing/2014/main" id="{2FBAE77E-05D5-2B3B-1232-B1F018364673}"/>
            </a:ext>
          </a:extLst>
        </p:cNvPr>
        <p:cNvGrpSpPr/>
        <p:nvPr/>
      </p:nvGrpSpPr>
      <p:grpSpPr>
        <a:xfrm>
          <a:off x="0" y="0"/>
          <a:ext cx="0" cy="0"/>
          <a:chOff x="0" y="0"/>
          <a:chExt cx="0" cy="0"/>
        </a:xfrm>
      </p:grpSpPr>
      <p:sp>
        <p:nvSpPr>
          <p:cNvPr id="48" name="Google Shape;48;g3ef76b15dfc_0_0:notes">
            <a:extLst>
              <a:ext uri="{FF2B5EF4-FFF2-40B4-BE49-F238E27FC236}">
                <a16:creationId xmlns:a16="http://schemas.microsoft.com/office/drawing/2014/main" id="{8BCC89DF-0747-48E9-6014-9FE71394FAB6}"/>
              </a:ext>
            </a:extLst>
          </p:cNvPr>
          <p:cNvSpPr>
            <a:spLocks noGrp="1" noRot="1" noChangeAspect="1"/>
          </p:cNvSpPr>
          <p:nvPr>
            <p:ph type="sldImg" idx="2"/>
          </p:nvPr>
        </p:nvSpPr>
        <p:spPr>
          <a:xfrm>
            <a:off x="2273300" y="696913"/>
            <a:ext cx="24638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 name="Google Shape;49;g3ef76b15dfc_0_0:notes">
            <a:extLst>
              <a:ext uri="{FF2B5EF4-FFF2-40B4-BE49-F238E27FC236}">
                <a16:creationId xmlns:a16="http://schemas.microsoft.com/office/drawing/2014/main" id="{9FEE266F-A3F9-847F-73FF-83B4A5D19472}"/>
              </a:ext>
            </a:extLst>
          </p:cNvPr>
          <p:cNvSpPr txBox="1">
            <a:spLocks noGrp="1"/>
          </p:cNvSpPr>
          <p:nvPr>
            <p:ph type="body" idx="1"/>
          </p:nvPr>
        </p:nvSpPr>
        <p:spPr>
          <a:xfrm>
            <a:off x="701040" y="4415790"/>
            <a:ext cx="5608320" cy="4183380"/>
          </a:xfrm>
          <a:prstGeom prst="rect">
            <a:avLst/>
          </a:prstGeom>
          <a:noFill/>
          <a:ln>
            <a:noFill/>
          </a:ln>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3343886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a:extLst>
            <a:ext uri="{FF2B5EF4-FFF2-40B4-BE49-F238E27FC236}">
              <a16:creationId xmlns:a16="http://schemas.microsoft.com/office/drawing/2014/main" id="{E31CE196-E488-4296-D013-D31378388813}"/>
            </a:ext>
          </a:extLst>
        </p:cNvPr>
        <p:cNvGrpSpPr/>
        <p:nvPr/>
      </p:nvGrpSpPr>
      <p:grpSpPr>
        <a:xfrm>
          <a:off x="0" y="0"/>
          <a:ext cx="0" cy="0"/>
          <a:chOff x="0" y="0"/>
          <a:chExt cx="0" cy="0"/>
        </a:xfrm>
      </p:grpSpPr>
      <p:sp>
        <p:nvSpPr>
          <p:cNvPr id="48" name="Google Shape;48;g3ef76b15dfc_0_0:notes">
            <a:extLst>
              <a:ext uri="{FF2B5EF4-FFF2-40B4-BE49-F238E27FC236}">
                <a16:creationId xmlns:a16="http://schemas.microsoft.com/office/drawing/2014/main" id="{BEFA7574-1596-6242-93DE-69852F43F981}"/>
              </a:ext>
            </a:extLst>
          </p:cNvPr>
          <p:cNvSpPr>
            <a:spLocks noGrp="1" noRot="1" noChangeAspect="1"/>
          </p:cNvSpPr>
          <p:nvPr>
            <p:ph type="sldImg" idx="2"/>
          </p:nvPr>
        </p:nvSpPr>
        <p:spPr>
          <a:xfrm>
            <a:off x="2273300" y="696913"/>
            <a:ext cx="24638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 name="Google Shape;49;g3ef76b15dfc_0_0:notes">
            <a:extLst>
              <a:ext uri="{FF2B5EF4-FFF2-40B4-BE49-F238E27FC236}">
                <a16:creationId xmlns:a16="http://schemas.microsoft.com/office/drawing/2014/main" id="{DFBCFFBD-6EFB-8FC9-3EFF-F632326C6332}"/>
              </a:ext>
            </a:extLst>
          </p:cNvPr>
          <p:cNvSpPr txBox="1">
            <a:spLocks noGrp="1"/>
          </p:cNvSpPr>
          <p:nvPr>
            <p:ph type="body" idx="1"/>
          </p:nvPr>
        </p:nvSpPr>
        <p:spPr>
          <a:xfrm>
            <a:off x="701040" y="4415790"/>
            <a:ext cx="5608320" cy="4183380"/>
          </a:xfrm>
          <a:prstGeom prst="rect">
            <a:avLst/>
          </a:prstGeom>
          <a:noFill/>
          <a:ln>
            <a:noFill/>
          </a:ln>
        </p:spPr>
        <p:txBody>
          <a:bodyPr spcFirstLastPara="1" wrap="square" lIns="93162" tIns="93162" rIns="93162" bIns="93162" anchor="t" anchorCtr="0">
            <a:noAutofit/>
          </a:bodyPr>
          <a:lstStyle/>
          <a:p>
            <a:pPr marL="0" indent="0">
              <a:buNone/>
            </a:pPr>
            <a:endParaRPr/>
          </a:p>
        </p:txBody>
      </p:sp>
    </p:spTree>
    <p:extLst>
      <p:ext uri="{BB962C8B-B14F-4D97-AF65-F5344CB8AC3E}">
        <p14:creationId xmlns:p14="http://schemas.microsoft.com/office/powerpoint/2010/main" val="3211820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ef76b15dfc_0_27:notes"/>
          <p:cNvSpPr>
            <a:spLocks noGrp="1" noRot="1" noChangeAspect="1"/>
          </p:cNvSpPr>
          <p:nvPr>
            <p:ph type="sldImg" idx="2"/>
          </p:nvPr>
        </p:nvSpPr>
        <p:spPr>
          <a:xfrm>
            <a:off x="2273300" y="696913"/>
            <a:ext cx="24638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ef76b15dfc_0_27:notes"/>
          <p:cNvSpPr txBox="1">
            <a:spLocks noGrp="1"/>
          </p:cNvSpPr>
          <p:nvPr>
            <p:ph type="body" idx="1"/>
          </p:nvPr>
        </p:nvSpPr>
        <p:spPr>
          <a:xfrm>
            <a:off x="701040" y="4415790"/>
            <a:ext cx="5608320" cy="4183380"/>
          </a:xfrm>
          <a:prstGeom prst="rect">
            <a:avLst/>
          </a:prstGeom>
          <a:noFill/>
          <a:ln>
            <a:noFill/>
          </a:ln>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p:cNvGrpSpPr/>
        <p:nvPr/>
      </p:nvGrpSpPr>
      <p:grpSpPr>
        <a:xfrm>
          <a:off x="0" y="0"/>
          <a:ext cx="0" cy="0"/>
          <a:chOff x="0" y="0"/>
          <a:chExt cx="0" cy="0"/>
        </a:xfrm>
      </p:grpSpPr>
      <p:sp>
        <p:nvSpPr>
          <p:cNvPr id="24" name="Google Shape;24;p1:notes"/>
          <p:cNvSpPr>
            <a:spLocks noGrp="1" noRot="1" noChangeAspect="1"/>
          </p:cNvSpPr>
          <p:nvPr>
            <p:ph type="sldImg" idx="2"/>
          </p:nvPr>
        </p:nvSpPr>
        <p:spPr>
          <a:xfrm>
            <a:off x="2273300" y="696913"/>
            <a:ext cx="24638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 name="Google Shape;25;p1:notes"/>
          <p:cNvSpPr txBox="1">
            <a:spLocks noGrp="1"/>
          </p:cNvSpPr>
          <p:nvPr>
            <p:ph type="body" idx="1"/>
          </p:nvPr>
        </p:nvSpPr>
        <p:spPr>
          <a:xfrm>
            <a:off x="701040" y="4415790"/>
            <a:ext cx="5608320" cy="4183380"/>
          </a:xfrm>
          <a:prstGeom prst="rect">
            <a:avLst/>
          </a:prstGeom>
          <a:noFill/>
          <a:ln>
            <a:noFill/>
          </a:ln>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Google Shape;36;p2:notes"/>
          <p:cNvSpPr>
            <a:spLocks noGrp="1" noRot="1" noChangeAspect="1"/>
          </p:cNvSpPr>
          <p:nvPr>
            <p:ph type="sldImg" idx="2"/>
          </p:nvPr>
        </p:nvSpPr>
        <p:spPr>
          <a:xfrm>
            <a:off x="2273300" y="696913"/>
            <a:ext cx="24638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 name="Google Shape;37;p2:notes"/>
          <p:cNvSpPr txBox="1">
            <a:spLocks noGrp="1"/>
          </p:cNvSpPr>
          <p:nvPr>
            <p:ph type="body" idx="1"/>
          </p:nvPr>
        </p:nvSpPr>
        <p:spPr>
          <a:xfrm>
            <a:off x="701040" y="4415790"/>
            <a:ext cx="5608320" cy="4183380"/>
          </a:xfrm>
          <a:prstGeom prst="rect">
            <a:avLst/>
          </a:prstGeom>
          <a:noFill/>
          <a:ln>
            <a:noFill/>
          </a:ln>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a:spLocks noGrp="1" noRot="1" noChangeAspect="1"/>
          </p:cNvSpPr>
          <p:nvPr>
            <p:ph type="sldImg" idx="2"/>
          </p:nvPr>
        </p:nvSpPr>
        <p:spPr>
          <a:xfrm>
            <a:off x="2273300" y="696913"/>
            <a:ext cx="24638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3:notes"/>
          <p:cNvSpPr txBox="1">
            <a:spLocks noGrp="1"/>
          </p:cNvSpPr>
          <p:nvPr>
            <p:ph type="body" idx="1"/>
          </p:nvPr>
        </p:nvSpPr>
        <p:spPr>
          <a:xfrm>
            <a:off x="701040" y="4415790"/>
            <a:ext cx="5608320" cy="4183380"/>
          </a:xfrm>
          <a:prstGeom prst="rect">
            <a:avLst/>
          </a:prstGeom>
          <a:noFill/>
          <a:ln>
            <a:noFill/>
          </a:ln>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4:notes"/>
          <p:cNvSpPr>
            <a:spLocks noGrp="1" noRot="1" noChangeAspect="1"/>
          </p:cNvSpPr>
          <p:nvPr>
            <p:ph type="sldImg" idx="2"/>
          </p:nvPr>
        </p:nvSpPr>
        <p:spPr>
          <a:xfrm>
            <a:off x="2273300" y="696913"/>
            <a:ext cx="24638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 name="Google Shape;88;p4:notes"/>
          <p:cNvSpPr txBox="1">
            <a:spLocks noGrp="1"/>
          </p:cNvSpPr>
          <p:nvPr>
            <p:ph type="body" idx="1"/>
          </p:nvPr>
        </p:nvSpPr>
        <p:spPr>
          <a:xfrm>
            <a:off x="701040" y="4415790"/>
            <a:ext cx="5608320" cy="4183380"/>
          </a:xfrm>
          <a:prstGeom prst="rect">
            <a:avLst/>
          </a:prstGeom>
          <a:noFill/>
          <a:ln>
            <a:noFill/>
          </a:ln>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5:notes"/>
          <p:cNvSpPr>
            <a:spLocks noGrp="1" noRot="1" noChangeAspect="1"/>
          </p:cNvSpPr>
          <p:nvPr>
            <p:ph type="sldImg" idx="2"/>
          </p:nvPr>
        </p:nvSpPr>
        <p:spPr>
          <a:xfrm>
            <a:off x="2273300" y="696913"/>
            <a:ext cx="24638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p5:notes"/>
          <p:cNvSpPr txBox="1">
            <a:spLocks noGrp="1"/>
          </p:cNvSpPr>
          <p:nvPr>
            <p:ph type="body" idx="1"/>
          </p:nvPr>
        </p:nvSpPr>
        <p:spPr>
          <a:xfrm>
            <a:off x="701040" y="4415790"/>
            <a:ext cx="5608320" cy="4183380"/>
          </a:xfrm>
          <a:prstGeom prst="rect">
            <a:avLst/>
          </a:prstGeom>
          <a:noFill/>
          <a:ln>
            <a:noFill/>
          </a:ln>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7"/>
          <p:cNvSpPr txBox="1">
            <a:spLocks noGrp="1"/>
          </p:cNvSpPr>
          <p:nvPr>
            <p:ph type="ctrTitle"/>
          </p:nvPr>
        </p:nvSpPr>
        <p:spPr>
          <a:xfrm>
            <a:off x="801900" y="4654445"/>
            <a:ext cx="9087600" cy="3408900"/>
          </a:xfrm>
          <a:prstGeom prst="rect">
            <a:avLst/>
          </a:prstGeom>
          <a:noFill/>
          <a:ln>
            <a:noFill/>
          </a:ln>
        </p:spPr>
        <p:txBody>
          <a:bodyPr spcFirstLastPara="1" wrap="square" lIns="167900" tIns="167900" rIns="167900" bIns="167900" anchor="b" anchorCtr="0">
            <a:noAutofit/>
          </a:bodyPr>
          <a:lstStyle>
            <a:lvl1pPr lvl="0" algn="ctr">
              <a:lnSpc>
                <a:spcPct val="100000"/>
              </a:lnSpc>
              <a:spcBef>
                <a:spcPts val="0"/>
              </a:spcBef>
              <a:spcAft>
                <a:spcPts val="0"/>
              </a:spcAft>
              <a:buSzPts val="8900"/>
              <a:buNone/>
              <a:defRPr sz="8900"/>
            </a:lvl1pPr>
            <a:lvl2pPr lvl="1" algn="ctr">
              <a:lnSpc>
                <a:spcPct val="100000"/>
              </a:lnSpc>
              <a:spcBef>
                <a:spcPts val="0"/>
              </a:spcBef>
              <a:spcAft>
                <a:spcPts val="0"/>
              </a:spcAft>
              <a:buSzPts val="8900"/>
              <a:buNone/>
              <a:defRPr sz="8900"/>
            </a:lvl2pPr>
            <a:lvl3pPr lvl="2" algn="ctr">
              <a:lnSpc>
                <a:spcPct val="100000"/>
              </a:lnSpc>
              <a:spcBef>
                <a:spcPts val="0"/>
              </a:spcBef>
              <a:spcAft>
                <a:spcPts val="0"/>
              </a:spcAft>
              <a:buSzPts val="8900"/>
              <a:buNone/>
              <a:defRPr sz="8900"/>
            </a:lvl3pPr>
            <a:lvl4pPr lvl="3" algn="ctr">
              <a:lnSpc>
                <a:spcPct val="100000"/>
              </a:lnSpc>
              <a:spcBef>
                <a:spcPts val="0"/>
              </a:spcBef>
              <a:spcAft>
                <a:spcPts val="0"/>
              </a:spcAft>
              <a:buSzPts val="8900"/>
              <a:buNone/>
              <a:defRPr sz="8900"/>
            </a:lvl4pPr>
            <a:lvl5pPr lvl="4" algn="ctr">
              <a:lnSpc>
                <a:spcPct val="100000"/>
              </a:lnSpc>
              <a:spcBef>
                <a:spcPts val="0"/>
              </a:spcBef>
              <a:spcAft>
                <a:spcPts val="0"/>
              </a:spcAft>
              <a:buSzPts val="8900"/>
              <a:buNone/>
              <a:defRPr sz="8900"/>
            </a:lvl5pPr>
            <a:lvl6pPr lvl="5" algn="ctr">
              <a:lnSpc>
                <a:spcPct val="100000"/>
              </a:lnSpc>
              <a:spcBef>
                <a:spcPts val="0"/>
              </a:spcBef>
              <a:spcAft>
                <a:spcPts val="0"/>
              </a:spcAft>
              <a:buSzPts val="8900"/>
              <a:buNone/>
              <a:defRPr sz="8900"/>
            </a:lvl6pPr>
            <a:lvl7pPr lvl="6" algn="ctr">
              <a:lnSpc>
                <a:spcPct val="100000"/>
              </a:lnSpc>
              <a:spcBef>
                <a:spcPts val="0"/>
              </a:spcBef>
              <a:spcAft>
                <a:spcPts val="0"/>
              </a:spcAft>
              <a:buSzPts val="8900"/>
              <a:buNone/>
              <a:defRPr sz="8900"/>
            </a:lvl7pPr>
            <a:lvl8pPr lvl="7" algn="ctr">
              <a:lnSpc>
                <a:spcPct val="100000"/>
              </a:lnSpc>
              <a:spcBef>
                <a:spcPts val="0"/>
              </a:spcBef>
              <a:spcAft>
                <a:spcPts val="0"/>
              </a:spcAft>
              <a:buSzPts val="8900"/>
              <a:buNone/>
              <a:defRPr sz="8900"/>
            </a:lvl8pPr>
            <a:lvl9pPr lvl="8" algn="ctr">
              <a:lnSpc>
                <a:spcPct val="100000"/>
              </a:lnSpc>
              <a:spcBef>
                <a:spcPts val="0"/>
              </a:spcBef>
              <a:spcAft>
                <a:spcPts val="0"/>
              </a:spcAft>
              <a:buSzPts val="8900"/>
              <a:buNone/>
              <a:defRPr sz="8900"/>
            </a:lvl9pPr>
          </a:lstStyle>
          <a:p>
            <a:endParaRPr/>
          </a:p>
        </p:txBody>
      </p:sp>
      <p:sp>
        <p:nvSpPr>
          <p:cNvPr id="10" name="Google Shape;10;p7"/>
          <p:cNvSpPr txBox="1">
            <a:spLocks noGrp="1"/>
          </p:cNvSpPr>
          <p:nvPr>
            <p:ph type="subTitle" idx="1"/>
          </p:nvPr>
        </p:nvSpPr>
        <p:spPr>
          <a:xfrm>
            <a:off x="801900" y="8348713"/>
            <a:ext cx="9087600" cy="2307000"/>
          </a:xfrm>
          <a:prstGeom prst="rect">
            <a:avLst/>
          </a:prstGeom>
          <a:noFill/>
          <a:ln>
            <a:noFill/>
          </a:ln>
        </p:spPr>
        <p:txBody>
          <a:bodyPr spcFirstLastPara="1" wrap="square" lIns="167900" tIns="167900" rIns="167900" bIns="167900" anchor="t" anchorCtr="0">
            <a:noAutofit/>
          </a:bodyPr>
          <a:lstStyle>
            <a:lvl1pPr lvl="0" algn="ctr">
              <a:lnSpc>
                <a:spcPct val="100000"/>
              </a:lnSpc>
              <a:spcBef>
                <a:spcPts val="0"/>
              </a:spcBef>
              <a:spcAft>
                <a:spcPts val="0"/>
              </a:spcAft>
              <a:buClr>
                <a:schemeClr val="dk2"/>
              </a:buClr>
              <a:buSzPts val="5400"/>
              <a:buNone/>
              <a:defRPr>
                <a:solidFill>
                  <a:schemeClr val="dk2"/>
                </a:solidFill>
              </a:defRPr>
            </a:lvl1pPr>
            <a:lvl2pPr lvl="1" algn="ctr">
              <a:lnSpc>
                <a:spcPct val="100000"/>
              </a:lnSpc>
              <a:spcBef>
                <a:spcPts val="0"/>
              </a:spcBef>
              <a:spcAft>
                <a:spcPts val="0"/>
              </a:spcAft>
              <a:buClr>
                <a:schemeClr val="dk2"/>
              </a:buClr>
              <a:buSzPts val="5400"/>
              <a:buNone/>
              <a:defRPr sz="5400">
                <a:solidFill>
                  <a:schemeClr val="dk2"/>
                </a:solidFill>
              </a:defRPr>
            </a:lvl2pPr>
            <a:lvl3pPr lvl="2" algn="ctr">
              <a:lnSpc>
                <a:spcPct val="100000"/>
              </a:lnSpc>
              <a:spcBef>
                <a:spcPts val="0"/>
              </a:spcBef>
              <a:spcAft>
                <a:spcPts val="0"/>
              </a:spcAft>
              <a:buClr>
                <a:schemeClr val="dk2"/>
              </a:buClr>
              <a:buSzPts val="5400"/>
              <a:buNone/>
              <a:defRPr sz="5400">
                <a:solidFill>
                  <a:schemeClr val="dk2"/>
                </a:solidFill>
              </a:defRPr>
            </a:lvl3pPr>
            <a:lvl4pPr lvl="3" algn="ctr">
              <a:lnSpc>
                <a:spcPct val="100000"/>
              </a:lnSpc>
              <a:spcBef>
                <a:spcPts val="0"/>
              </a:spcBef>
              <a:spcAft>
                <a:spcPts val="0"/>
              </a:spcAft>
              <a:buClr>
                <a:schemeClr val="dk2"/>
              </a:buClr>
              <a:buSzPts val="5400"/>
              <a:buNone/>
              <a:defRPr sz="5400">
                <a:solidFill>
                  <a:schemeClr val="dk2"/>
                </a:solidFill>
              </a:defRPr>
            </a:lvl4pPr>
            <a:lvl5pPr lvl="4" algn="ctr">
              <a:lnSpc>
                <a:spcPct val="100000"/>
              </a:lnSpc>
              <a:spcBef>
                <a:spcPts val="0"/>
              </a:spcBef>
              <a:spcAft>
                <a:spcPts val="0"/>
              </a:spcAft>
              <a:buClr>
                <a:schemeClr val="dk2"/>
              </a:buClr>
              <a:buSzPts val="5400"/>
              <a:buNone/>
              <a:defRPr sz="5400">
                <a:solidFill>
                  <a:schemeClr val="dk2"/>
                </a:solidFill>
              </a:defRPr>
            </a:lvl5pPr>
            <a:lvl6pPr lvl="5" algn="ctr">
              <a:lnSpc>
                <a:spcPct val="100000"/>
              </a:lnSpc>
              <a:spcBef>
                <a:spcPts val="0"/>
              </a:spcBef>
              <a:spcAft>
                <a:spcPts val="0"/>
              </a:spcAft>
              <a:buClr>
                <a:schemeClr val="dk2"/>
              </a:buClr>
              <a:buSzPts val="5400"/>
              <a:buNone/>
              <a:defRPr sz="5400">
                <a:solidFill>
                  <a:schemeClr val="dk2"/>
                </a:solidFill>
              </a:defRPr>
            </a:lvl6pPr>
            <a:lvl7pPr lvl="6" algn="ctr">
              <a:lnSpc>
                <a:spcPct val="100000"/>
              </a:lnSpc>
              <a:spcBef>
                <a:spcPts val="0"/>
              </a:spcBef>
              <a:spcAft>
                <a:spcPts val="0"/>
              </a:spcAft>
              <a:buClr>
                <a:schemeClr val="dk2"/>
              </a:buClr>
              <a:buSzPts val="5400"/>
              <a:buNone/>
              <a:defRPr sz="5400">
                <a:solidFill>
                  <a:schemeClr val="dk2"/>
                </a:solidFill>
              </a:defRPr>
            </a:lvl7pPr>
            <a:lvl8pPr lvl="7" algn="ctr">
              <a:lnSpc>
                <a:spcPct val="100000"/>
              </a:lnSpc>
              <a:spcBef>
                <a:spcPts val="0"/>
              </a:spcBef>
              <a:spcAft>
                <a:spcPts val="0"/>
              </a:spcAft>
              <a:buClr>
                <a:schemeClr val="dk2"/>
              </a:buClr>
              <a:buSzPts val="5400"/>
              <a:buNone/>
              <a:defRPr sz="5400">
                <a:solidFill>
                  <a:schemeClr val="dk2"/>
                </a:solidFill>
              </a:defRPr>
            </a:lvl8pPr>
            <a:lvl9pPr lvl="8" algn="ctr">
              <a:lnSpc>
                <a:spcPct val="100000"/>
              </a:lnSpc>
              <a:spcBef>
                <a:spcPts val="0"/>
              </a:spcBef>
              <a:spcAft>
                <a:spcPts val="0"/>
              </a:spcAft>
              <a:buClr>
                <a:schemeClr val="dk2"/>
              </a:buClr>
              <a:buSzPts val="5400"/>
              <a:buNone/>
              <a:defRPr sz="5400">
                <a:solidFill>
                  <a:schemeClr val="dk2"/>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
        <p:cNvGrpSpPr/>
        <p:nvPr/>
      </p:nvGrpSpPr>
      <p:grpSpPr>
        <a:xfrm>
          <a:off x="0" y="0"/>
          <a:ext cx="0" cy="0"/>
          <a:chOff x="0" y="0"/>
          <a:chExt cx="0" cy="0"/>
        </a:xfrm>
      </p:grpSpPr>
      <p:sp>
        <p:nvSpPr>
          <p:cNvPr id="12" name="Google Shape;12;p8"/>
          <p:cNvSpPr txBox="1">
            <a:spLocks noGrp="1"/>
          </p:cNvSpPr>
          <p:nvPr>
            <p:ph type="title"/>
          </p:nvPr>
        </p:nvSpPr>
        <p:spPr>
          <a:xfrm>
            <a:off x="534600" y="605501"/>
            <a:ext cx="9622500" cy="2520000"/>
          </a:xfrm>
          <a:prstGeom prst="rect">
            <a:avLst/>
          </a:prstGeom>
          <a:noFill/>
          <a:ln>
            <a:noFill/>
          </a:ln>
        </p:spPr>
        <p:txBody>
          <a:bodyPr spcFirstLastPara="1" wrap="square" lIns="167900" tIns="167900" rIns="167900" bIns="167900" anchor="b" anchorCtr="0">
            <a:noAutofit/>
          </a:bodyPr>
          <a:lstStyle>
            <a:lvl1pPr lvl="0" algn="l">
              <a:lnSpc>
                <a:spcPct val="100000"/>
              </a:lnSpc>
              <a:spcBef>
                <a:spcPts val="0"/>
              </a:spcBef>
              <a:spcAft>
                <a:spcPts val="0"/>
              </a:spcAft>
              <a:buSzPts val="6400"/>
              <a:buNone/>
              <a:defRPr/>
            </a:lvl1pPr>
            <a:lvl2pPr lvl="1" algn="l">
              <a:lnSpc>
                <a:spcPct val="100000"/>
              </a:lnSpc>
              <a:spcBef>
                <a:spcPts val="0"/>
              </a:spcBef>
              <a:spcAft>
                <a:spcPts val="0"/>
              </a:spcAft>
              <a:buSzPts val="6400"/>
              <a:buNone/>
              <a:defRPr/>
            </a:lvl2pPr>
            <a:lvl3pPr lvl="2" algn="l">
              <a:lnSpc>
                <a:spcPct val="100000"/>
              </a:lnSpc>
              <a:spcBef>
                <a:spcPts val="0"/>
              </a:spcBef>
              <a:spcAft>
                <a:spcPts val="0"/>
              </a:spcAft>
              <a:buSzPts val="6400"/>
              <a:buNone/>
              <a:defRPr/>
            </a:lvl3pPr>
            <a:lvl4pPr lvl="3" algn="l">
              <a:lnSpc>
                <a:spcPct val="100000"/>
              </a:lnSpc>
              <a:spcBef>
                <a:spcPts val="0"/>
              </a:spcBef>
              <a:spcAft>
                <a:spcPts val="0"/>
              </a:spcAft>
              <a:buSzPts val="6400"/>
              <a:buNone/>
              <a:defRPr/>
            </a:lvl4pPr>
            <a:lvl5pPr lvl="4" algn="l">
              <a:lnSpc>
                <a:spcPct val="100000"/>
              </a:lnSpc>
              <a:spcBef>
                <a:spcPts val="0"/>
              </a:spcBef>
              <a:spcAft>
                <a:spcPts val="0"/>
              </a:spcAft>
              <a:buSzPts val="6400"/>
              <a:buNone/>
              <a:defRPr/>
            </a:lvl5pPr>
            <a:lvl6pPr lvl="5" algn="l">
              <a:lnSpc>
                <a:spcPct val="100000"/>
              </a:lnSpc>
              <a:spcBef>
                <a:spcPts val="0"/>
              </a:spcBef>
              <a:spcAft>
                <a:spcPts val="0"/>
              </a:spcAft>
              <a:buSzPts val="6400"/>
              <a:buNone/>
              <a:defRPr/>
            </a:lvl6pPr>
            <a:lvl7pPr lvl="6" algn="l">
              <a:lnSpc>
                <a:spcPct val="100000"/>
              </a:lnSpc>
              <a:spcBef>
                <a:spcPts val="0"/>
              </a:spcBef>
              <a:spcAft>
                <a:spcPts val="0"/>
              </a:spcAft>
              <a:buSzPts val="6400"/>
              <a:buNone/>
              <a:defRPr/>
            </a:lvl7pPr>
            <a:lvl8pPr lvl="7" algn="l">
              <a:lnSpc>
                <a:spcPct val="100000"/>
              </a:lnSpc>
              <a:spcBef>
                <a:spcPts val="0"/>
              </a:spcBef>
              <a:spcAft>
                <a:spcPts val="0"/>
              </a:spcAft>
              <a:buSzPts val="6400"/>
              <a:buNone/>
              <a:defRPr/>
            </a:lvl8pPr>
            <a:lvl9pPr lvl="8" algn="l">
              <a:lnSpc>
                <a:spcPct val="100000"/>
              </a:lnSpc>
              <a:spcBef>
                <a:spcPts val="0"/>
              </a:spcBef>
              <a:spcAft>
                <a:spcPts val="0"/>
              </a:spcAft>
              <a:buSzPts val="6400"/>
              <a:buNone/>
              <a:defRPr/>
            </a:lvl9pPr>
          </a:lstStyle>
          <a:p>
            <a:endParaRPr/>
          </a:p>
        </p:txBody>
      </p:sp>
      <p:sp>
        <p:nvSpPr>
          <p:cNvPr id="13" name="Google Shape;13;p8"/>
          <p:cNvSpPr txBox="1">
            <a:spLocks noGrp="1"/>
          </p:cNvSpPr>
          <p:nvPr>
            <p:ph type="body" idx="1"/>
          </p:nvPr>
        </p:nvSpPr>
        <p:spPr>
          <a:xfrm>
            <a:off x="534600" y="3528000"/>
            <a:ext cx="9622500" cy="10951800"/>
          </a:xfrm>
          <a:prstGeom prst="rect">
            <a:avLst/>
          </a:prstGeom>
          <a:noFill/>
          <a:ln>
            <a:noFill/>
          </a:ln>
        </p:spPr>
        <p:txBody>
          <a:bodyPr spcFirstLastPara="1" wrap="square" lIns="167900" tIns="167900" rIns="167900" bIns="167900" anchor="t" anchorCtr="0">
            <a:noAutofit/>
          </a:bodyPr>
          <a:lstStyle>
            <a:lvl1pPr marL="457200" lvl="0" indent="-571500" algn="l">
              <a:lnSpc>
                <a:spcPct val="100000"/>
              </a:lnSpc>
              <a:spcBef>
                <a:spcPts val="1000"/>
              </a:spcBef>
              <a:spcAft>
                <a:spcPts val="0"/>
              </a:spcAft>
              <a:buSzPts val="5400"/>
              <a:buChar char="●"/>
              <a:defRPr/>
            </a:lvl1pPr>
            <a:lvl2pPr marL="914400" lvl="1" indent="-508000" algn="l">
              <a:lnSpc>
                <a:spcPct val="100000"/>
              </a:lnSpc>
              <a:spcBef>
                <a:spcPts val="0"/>
              </a:spcBef>
              <a:spcAft>
                <a:spcPts val="0"/>
              </a:spcAft>
              <a:buSzPts val="4400"/>
              <a:buChar char="○"/>
              <a:defRPr/>
            </a:lvl2pPr>
            <a:lvl3pPr marL="1371600" lvl="2" indent="-508000" algn="l">
              <a:lnSpc>
                <a:spcPct val="100000"/>
              </a:lnSpc>
              <a:spcBef>
                <a:spcPts val="0"/>
              </a:spcBef>
              <a:spcAft>
                <a:spcPts val="0"/>
              </a:spcAft>
              <a:buSzPts val="4400"/>
              <a:buChar char="■"/>
              <a:defRPr/>
            </a:lvl3pPr>
            <a:lvl4pPr marL="1828800" lvl="3" indent="-450850" algn="l">
              <a:lnSpc>
                <a:spcPct val="100000"/>
              </a:lnSpc>
              <a:spcBef>
                <a:spcPts val="0"/>
              </a:spcBef>
              <a:spcAft>
                <a:spcPts val="0"/>
              </a:spcAft>
              <a:buSzPts val="3500"/>
              <a:buChar char="●"/>
              <a:defRPr/>
            </a:lvl4pPr>
            <a:lvl5pPr marL="2286000" lvl="4" indent="-450850" algn="l">
              <a:lnSpc>
                <a:spcPct val="100000"/>
              </a:lnSpc>
              <a:spcBef>
                <a:spcPts val="0"/>
              </a:spcBef>
              <a:spcAft>
                <a:spcPts val="0"/>
              </a:spcAft>
              <a:buSzPts val="3500"/>
              <a:buChar char="○"/>
              <a:defRPr/>
            </a:lvl5pPr>
            <a:lvl6pPr marL="2743200" lvl="5" indent="-450850" algn="l">
              <a:lnSpc>
                <a:spcPct val="100000"/>
              </a:lnSpc>
              <a:spcBef>
                <a:spcPts val="0"/>
              </a:spcBef>
              <a:spcAft>
                <a:spcPts val="0"/>
              </a:spcAft>
              <a:buSzPts val="3500"/>
              <a:buChar char="■"/>
              <a:defRPr/>
            </a:lvl6pPr>
            <a:lvl7pPr marL="3200400" lvl="6" indent="-450850" algn="l">
              <a:lnSpc>
                <a:spcPct val="100000"/>
              </a:lnSpc>
              <a:spcBef>
                <a:spcPts val="0"/>
              </a:spcBef>
              <a:spcAft>
                <a:spcPts val="0"/>
              </a:spcAft>
              <a:buSzPts val="3500"/>
              <a:buChar char="●"/>
              <a:defRPr/>
            </a:lvl7pPr>
            <a:lvl8pPr marL="3657600" lvl="7" indent="-450850" algn="l">
              <a:lnSpc>
                <a:spcPct val="100000"/>
              </a:lnSpc>
              <a:spcBef>
                <a:spcPts val="0"/>
              </a:spcBef>
              <a:spcAft>
                <a:spcPts val="0"/>
              </a:spcAft>
              <a:buSzPts val="3500"/>
              <a:buChar char="○"/>
              <a:defRPr/>
            </a:lvl8pPr>
            <a:lvl9pPr marL="4114800" lvl="8" indent="-450850" algn="l">
              <a:lnSpc>
                <a:spcPct val="100000"/>
              </a:lnSpc>
              <a:spcBef>
                <a:spcPts val="0"/>
              </a:spcBef>
              <a:spcAft>
                <a:spcPts val="0"/>
              </a:spcAft>
              <a:buSzPts val="35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
        <p:cNvGrpSpPr/>
        <p:nvPr/>
      </p:nvGrpSpPr>
      <p:grpSpPr>
        <a:xfrm>
          <a:off x="0" y="0"/>
          <a:ext cx="0" cy="0"/>
          <a:chOff x="0" y="0"/>
          <a:chExt cx="0" cy="0"/>
        </a:xfrm>
      </p:grpSpPr>
      <p:sp>
        <p:nvSpPr>
          <p:cNvPr id="15" name="Google Shape;15;p9"/>
          <p:cNvSpPr txBox="1">
            <a:spLocks noGrp="1"/>
          </p:cNvSpPr>
          <p:nvPr>
            <p:ph type="title"/>
          </p:nvPr>
        </p:nvSpPr>
        <p:spPr>
          <a:xfrm>
            <a:off x="534600" y="605501"/>
            <a:ext cx="9622500" cy="2520000"/>
          </a:xfrm>
          <a:prstGeom prst="rect">
            <a:avLst/>
          </a:prstGeom>
          <a:noFill/>
          <a:ln>
            <a:noFill/>
          </a:ln>
        </p:spPr>
        <p:txBody>
          <a:bodyPr spcFirstLastPara="1" wrap="square" lIns="167900" tIns="167900" rIns="167900" bIns="167900" anchor="b" anchorCtr="0">
            <a:noAutofit/>
          </a:bodyPr>
          <a:lstStyle>
            <a:lvl1pPr lvl="0" algn="l">
              <a:lnSpc>
                <a:spcPct val="100000"/>
              </a:lnSpc>
              <a:spcBef>
                <a:spcPts val="0"/>
              </a:spcBef>
              <a:spcAft>
                <a:spcPts val="0"/>
              </a:spcAft>
              <a:buSzPts val="6400"/>
              <a:buNone/>
              <a:defRPr/>
            </a:lvl1pPr>
            <a:lvl2pPr lvl="1" algn="l">
              <a:lnSpc>
                <a:spcPct val="100000"/>
              </a:lnSpc>
              <a:spcBef>
                <a:spcPts val="0"/>
              </a:spcBef>
              <a:spcAft>
                <a:spcPts val="0"/>
              </a:spcAft>
              <a:buSzPts val="6400"/>
              <a:buNone/>
              <a:defRPr/>
            </a:lvl2pPr>
            <a:lvl3pPr lvl="2" algn="l">
              <a:lnSpc>
                <a:spcPct val="100000"/>
              </a:lnSpc>
              <a:spcBef>
                <a:spcPts val="0"/>
              </a:spcBef>
              <a:spcAft>
                <a:spcPts val="0"/>
              </a:spcAft>
              <a:buSzPts val="6400"/>
              <a:buNone/>
              <a:defRPr/>
            </a:lvl3pPr>
            <a:lvl4pPr lvl="3" algn="l">
              <a:lnSpc>
                <a:spcPct val="100000"/>
              </a:lnSpc>
              <a:spcBef>
                <a:spcPts val="0"/>
              </a:spcBef>
              <a:spcAft>
                <a:spcPts val="0"/>
              </a:spcAft>
              <a:buSzPts val="6400"/>
              <a:buNone/>
              <a:defRPr/>
            </a:lvl4pPr>
            <a:lvl5pPr lvl="4" algn="l">
              <a:lnSpc>
                <a:spcPct val="100000"/>
              </a:lnSpc>
              <a:spcBef>
                <a:spcPts val="0"/>
              </a:spcBef>
              <a:spcAft>
                <a:spcPts val="0"/>
              </a:spcAft>
              <a:buSzPts val="6400"/>
              <a:buNone/>
              <a:defRPr/>
            </a:lvl5pPr>
            <a:lvl6pPr lvl="5" algn="l">
              <a:lnSpc>
                <a:spcPct val="100000"/>
              </a:lnSpc>
              <a:spcBef>
                <a:spcPts val="0"/>
              </a:spcBef>
              <a:spcAft>
                <a:spcPts val="0"/>
              </a:spcAft>
              <a:buSzPts val="6400"/>
              <a:buNone/>
              <a:defRPr/>
            </a:lvl6pPr>
            <a:lvl7pPr lvl="6" algn="l">
              <a:lnSpc>
                <a:spcPct val="100000"/>
              </a:lnSpc>
              <a:spcBef>
                <a:spcPts val="0"/>
              </a:spcBef>
              <a:spcAft>
                <a:spcPts val="0"/>
              </a:spcAft>
              <a:buSzPts val="6400"/>
              <a:buNone/>
              <a:defRPr/>
            </a:lvl7pPr>
            <a:lvl8pPr lvl="7" algn="l">
              <a:lnSpc>
                <a:spcPct val="100000"/>
              </a:lnSpc>
              <a:spcBef>
                <a:spcPts val="0"/>
              </a:spcBef>
              <a:spcAft>
                <a:spcPts val="0"/>
              </a:spcAft>
              <a:buSzPts val="6400"/>
              <a:buNone/>
              <a:defRPr/>
            </a:lvl8pPr>
            <a:lvl9pPr lvl="8" algn="l">
              <a:lnSpc>
                <a:spcPct val="100000"/>
              </a:lnSpc>
              <a:spcBef>
                <a:spcPts val="0"/>
              </a:spcBef>
              <a:spcAft>
                <a:spcPts val="0"/>
              </a:spcAft>
              <a:buSzPts val="6400"/>
              <a:buNone/>
              <a:defRPr/>
            </a:lvl9pPr>
          </a:lstStyle>
          <a:p>
            <a:endParaRPr/>
          </a:p>
        </p:txBody>
      </p:sp>
      <p:sp>
        <p:nvSpPr>
          <p:cNvPr id="16" name="Google Shape;16;p9"/>
          <p:cNvSpPr txBox="1">
            <a:spLocks noGrp="1"/>
          </p:cNvSpPr>
          <p:nvPr>
            <p:ph type="body" idx="1"/>
          </p:nvPr>
        </p:nvSpPr>
        <p:spPr>
          <a:xfrm>
            <a:off x="534600" y="3528000"/>
            <a:ext cx="4671000" cy="10951800"/>
          </a:xfrm>
          <a:prstGeom prst="rect">
            <a:avLst/>
          </a:prstGeom>
          <a:noFill/>
          <a:ln>
            <a:noFill/>
          </a:ln>
        </p:spPr>
        <p:txBody>
          <a:bodyPr spcFirstLastPara="1" wrap="square" lIns="167900" tIns="167900" rIns="167900" bIns="167900" anchor="t" anchorCtr="0">
            <a:noAutofit/>
          </a:bodyPr>
          <a:lstStyle>
            <a:lvl1pPr marL="457200" lvl="0" indent="-571500" algn="l">
              <a:lnSpc>
                <a:spcPct val="100000"/>
              </a:lnSpc>
              <a:spcBef>
                <a:spcPts val="1000"/>
              </a:spcBef>
              <a:spcAft>
                <a:spcPts val="0"/>
              </a:spcAft>
              <a:buSzPts val="5400"/>
              <a:buChar char="●"/>
              <a:defRPr/>
            </a:lvl1pPr>
            <a:lvl2pPr marL="914400" lvl="1" indent="-508000" algn="l">
              <a:lnSpc>
                <a:spcPct val="100000"/>
              </a:lnSpc>
              <a:spcBef>
                <a:spcPts val="0"/>
              </a:spcBef>
              <a:spcAft>
                <a:spcPts val="0"/>
              </a:spcAft>
              <a:buSzPts val="4400"/>
              <a:buChar char="○"/>
              <a:defRPr/>
            </a:lvl2pPr>
            <a:lvl3pPr marL="1371600" lvl="2" indent="-508000" algn="l">
              <a:lnSpc>
                <a:spcPct val="100000"/>
              </a:lnSpc>
              <a:spcBef>
                <a:spcPts val="0"/>
              </a:spcBef>
              <a:spcAft>
                <a:spcPts val="0"/>
              </a:spcAft>
              <a:buSzPts val="4400"/>
              <a:buChar char="■"/>
              <a:defRPr/>
            </a:lvl3pPr>
            <a:lvl4pPr marL="1828800" lvl="3" indent="-450850" algn="l">
              <a:lnSpc>
                <a:spcPct val="100000"/>
              </a:lnSpc>
              <a:spcBef>
                <a:spcPts val="0"/>
              </a:spcBef>
              <a:spcAft>
                <a:spcPts val="0"/>
              </a:spcAft>
              <a:buSzPts val="3500"/>
              <a:buChar char="●"/>
              <a:defRPr/>
            </a:lvl4pPr>
            <a:lvl5pPr marL="2286000" lvl="4" indent="-450850" algn="l">
              <a:lnSpc>
                <a:spcPct val="100000"/>
              </a:lnSpc>
              <a:spcBef>
                <a:spcPts val="0"/>
              </a:spcBef>
              <a:spcAft>
                <a:spcPts val="0"/>
              </a:spcAft>
              <a:buSzPts val="3500"/>
              <a:buChar char="○"/>
              <a:defRPr/>
            </a:lvl5pPr>
            <a:lvl6pPr marL="2743200" lvl="5" indent="-450850" algn="l">
              <a:lnSpc>
                <a:spcPct val="100000"/>
              </a:lnSpc>
              <a:spcBef>
                <a:spcPts val="0"/>
              </a:spcBef>
              <a:spcAft>
                <a:spcPts val="0"/>
              </a:spcAft>
              <a:buSzPts val="3500"/>
              <a:buChar char="■"/>
              <a:defRPr/>
            </a:lvl6pPr>
            <a:lvl7pPr marL="3200400" lvl="6" indent="-450850" algn="l">
              <a:lnSpc>
                <a:spcPct val="100000"/>
              </a:lnSpc>
              <a:spcBef>
                <a:spcPts val="0"/>
              </a:spcBef>
              <a:spcAft>
                <a:spcPts val="0"/>
              </a:spcAft>
              <a:buSzPts val="3500"/>
              <a:buChar char="●"/>
              <a:defRPr/>
            </a:lvl7pPr>
            <a:lvl8pPr marL="3657600" lvl="7" indent="-450850" algn="l">
              <a:lnSpc>
                <a:spcPct val="100000"/>
              </a:lnSpc>
              <a:spcBef>
                <a:spcPts val="0"/>
              </a:spcBef>
              <a:spcAft>
                <a:spcPts val="0"/>
              </a:spcAft>
              <a:buSzPts val="3500"/>
              <a:buChar char="○"/>
              <a:defRPr/>
            </a:lvl8pPr>
            <a:lvl9pPr marL="4114800" lvl="8" indent="-450850" algn="l">
              <a:lnSpc>
                <a:spcPct val="100000"/>
              </a:lnSpc>
              <a:spcBef>
                <a:spcPts val="0"/>
              </a:spcBef>
              <a:spcAft>
                <a:spcPts val="0"/>
              </a:spcAft>
              <a:buSzPts val="3500"/>
              <a:buChar char="■"/>
              <a:defRPr/>
            </a:lvl9pPr>
          </a:lstStyle>
          <a:p>
            <a:endParaRPr/>
          </a:p>
        </p:txBody>
      </p:sp>
      <p:sp>
        <p:nvSpPr>
          <p:cNvPr id="17" name="Google Shape;17;p9"/>
          <p:cNvSpPr txBox="1">
            <a:spLocks noGrp="1"/>
          </p:cNvSpPr>
          <p:nvPr>
            <p:ph type="body" idx="2"/>
          </p:nvPr>
        </p:nvSpPr>
        <p:spPr>
          <a:xfrm>
            <a:off x="5486635" y="3528000"/>
            <a:ext cx="4671000" cy="10951800"/>
          </a:xfrm>
          <a:prstGeom prst="rect">
            <a:avLst/>
          </a:prstGeom>
          <a:noFill/>
          <a:ln>
            <a:noFill/>
          </a:ln>
        </p:spPr>
        <p:txBody>
          <a:bodyPr spcFirstLastPara="1" wrap="square" lIns="167900" tIns="167900" rIns="167900" bIns="167900" anchor="t" anchorCtr="0">
            <a:noAutofit/>
          </a:bodyPr>
          <a:lstStyle>
            <a:lvl1pPr marL="457200" lvl="0" indent="-571500" algn="l">
              <a:lnSpc>
                <a:spcPct val="100000"/>
              </a:lnSpc>
              <a:spcBef>
                <a:spcPts val="1000"/>
              </a:spcBef>
              <a:spcAft>
                <a:spcPts val="0"/>
              </a:spcAft>
              <a:buSzPts val="5400"/>
              <a:buChar char="●"/>
              <a:defRPr/>
            </a:lvl1pPr>
            <a:lvl2pPr marL="914400" lvl="1" indent="-508000" algn="l">
              <a:lnSpc>
                <a:spcPct val="100000"/>
              </a:lnSpc>
              <a:spcBef>
                <a:spcPts val="0"/>
              </a:spcBef>
              <a:spcAft>
                <a:spcPts val="0"/>
              </a:spcAft>
              <a:buSzPts val="4400"/>
              <a:buChar char="○"/>
              <a:defRPr/>
            </a:lvl2pPr>
            <a:lvl3pPr marL="1371600" lvl="2" indent="-508000" algn="l">
              <a:lnSpc>
                <a:spcPct val="100000"/>
              </a:lnSpc>
              <a:spcBef>
                <a:spcPts val="0"/>
              </a:spcBef>
              <a:spcAft>
                <a:spcPts val="0"/>
              </a:spcAft>
              <a:buSzPts val="4400"/>
              <a:buChar char="■"/>
              <a:defRPr/>
            </a:lvl3pPr>
            <a:lvl4pPr marL="1828800" lvl="3" indent="-450850" algn="l">
              <a:lnSpc>
                <a:spcPct val="100000"/>
              </a:lnSpc>
              <a:spcBef>
                <a:spcPts val="0"/>
              </a:spcBef>
              <a:spcAft>
                <a:spcPts val="0"/>
              </a:spcAft>
              <a:buSzPts val="3500"/>
              <a:buChar char="●"/>
              <a:defRPr/>
            </a:lvl4pPr>
            <a:lvl5pPr marL="2286000" lvl="4" indent="-450850" algn="l">
              <a:lnSpc>
                <a:spcPct val="100000"/>
              </a:lnSpc>
              <a:spcBef>
                <a:spcPts val="0"/>
              </a:spcBef>
              <a:spcAft>
                <a:spcPts val="0"/>
              </a:spcAft>
              <a:buSzPts val="3500"/>
              <a:buChar char="○"/>
              <a:defRPr/>
            </a:lvl5pPr>
            <a:lvl6pPr marL="2743200" lvl="5" indent="-450850" algn="l">
              <a:lnSpc>
                <a:spcPct val="100000"/>
              </a:lnSpc>
              <a:spcBef>
                <a:spcPts val="0"/>
              </a:spcBef>
              <a:spcAft>
                <a:spcPts val="0"/>
              </a:spcAft>
              <a:buSzPts val="3500"/>
              <a:buChar char="■"/>
              <a:defRPr/>
            </a:lvl6pPr>
            <a:lvl7pPr marL="3200400" lvl="6" indent="-450850" algn="l">
              <a:lnSpc>
                <a:spcPct val="100000"/>
              </a:lnSpc>
              <a:spcBef>
                <a:spcPts val="0"/>
              </a:spcBef>
              <a:spcAft>
                <a:spcPts val="0"/>
              </a:spcAft>
              <a:buSzPts val="3500"/>
              <a:buChar char="●"/>
              <a:defRPr/>
            </a:lvl7pPr>
            <a:lvl8pPr marL="3657600" lvl="7" indent="-450850" algn="l">
              <a:lnSpc>
                <a:spcPct val="100000"/>
              </a:lnSpc>
              <a:spcBef>
                <a:spcPts val="0"/>
              </a:spcBef>
              <a:spcAft>
                <a:spcPts val="0"/>
              </a:spcAft>
              <a:buSzPts val="3500"/>
              <a:buChar char="○"/>
              <a:defRPr/>
            </a:lvl8pPr>
            <a:lvl9pPr marL="4114800" lvl="8" indent="-450850" algn="l">
              <a:lnSpc>
                <a:spcPct val="100000"/>
              </a:lnSpc>
              <a:spcBef>
                <a:spcPts val="0"/>
              </a:spcBef>
              <a:spcAft>
                <a:spcPts val="0"/>
              </a:spcAft>
              <a:buSzPts val="35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
        <p:cNvGrpSpPr/>
        <p:nvPr/>
      </p:nvGrpSpPr>
      <p:grpSpPr>
        <a:xfrm>
          <a:off x="0" y="0"/>
          <a:ext cx="0" cy="0"/>
          <a:chOff x="0" y="0"/>
          <a:chExt cx="0" cy="0"/>
        </a:xfrm>
      </p:grpSpPr>
      <p:sp>
        <p:nvSpPr>
          <p:cNvPr id="19" name="Google Shape;19;p10"/>
          <p:cNvSpPr txBox="1">
            <a:spLocks noGrp="1"/>
          </p:cNvSpPr>
          <p:nvPr>
            <p:ph type="title"/>
          </p:nvPr>
        </p:nvSpPr>
        <p:spPr>
          <a:xfrm>
            <a:off x="534600" y="605501"/>
            <a:ext cx="9622500" cy="2520000"/>
          </a:xfrm>
          <a:prstGeom prst="rect">
            <a:avLst/>
          </a:prstGeom>
          <a:noFill/>
          <a:ln>
            <a:noFill/>
          </a:ln>
        </p:spPr>
        <p:txBody>
          <a:bodyPr spcFirstLastPara="1" wrap="square" lIns="167900" tIns="167900" rIns="167900" bIns="167900" anchor="b" anchorCtr="0">
            <a:noAutofit/>
          </a:bodyPr>
          <a:lstStyle>
            <a:lvl1pPr lvl="0" algn="l">
              <a:lnSpc>
                <a:spcPct val="100000"/>
              </a:lnSpc>
              <a:spcBef>
                <a:spcPts val="0"/>
              </a:spcBef>
              <a:spcAft>
                <a:spcPts val="0"/>
              </a:spcAft>
              <a:buSzPts val="6400"/>
              <a:buNone/>
              <a:defRPr/>
            </a:lvl1pPr>
            <a:lvl2pPr lvl="1" algn="l">
              <a:lnSpc>
                <a:spcPct val="100000"/>
              </a:lnSpc>
              <a:spcBef>
                <a:spcPts val="0"/>
              </a:spcBef>
              <a:spcAft>
                <a:spcPts val="0"/>
              </a:spcAft>
              <a:buSzPts val="6400"/>
              <a:buNone/>
              <a:defRPr/>
            </a:lvl2pPr>
            <a:lvl3pPr lvl="2" algn="l">
              <a:lnSpc>
                <a:spcPct val="100000"/>
              </a:lnSpc>
              <a:spcBef>
                <a:spcPts val="0"/>
              </a:spcBef>
              <a:spcAft>
                <a:spcPts val="0"/>
              </a:spcAft>
              <a:buSzPts val="6400"/>
              <a:buNone/>
              <a:defRPr/>
            </a:lvl3pPr>
            <a:lvl4pPr lvl="3" algn="l">
              <a:lnSpc>
                <a:spcPct val="100000"/>
              </a:lnSpc>
              <a:spcBef>
                <a:spcPts val="0"/>
              </a:spcBef>
              <a:spcAft>
                <a:spcPts val="0"/>
              </a:spcAft>
              <a:buSzPts val="6400"/>
              <a:buNone/>
              <a:defRPr/>
            </a:lvl4pPr>
            <a:lvl5pPr lvl="4" algn="l">
              <a:lnSpc>
                <a:spcPct val="100000"/>
              </a:lnSpc>
              <a:spcBef>
                <a:spcPts val="0"/>
              </a:spcBef>
              <a:spcAft>
                <a:spcPts val="0"/>
              </a:spcAft>
              <a:buSzPts val="6400"/>
              <a:buNone/>
              <a:defRPr/>
            </a:lvl5pPr>
            <a:lvl6pPr lvl="5" algn="l">
              <a:lnSpc>
                <a:spcPct val="100000"/>
              </a:lnSpc>
              <a:spcBef>
                <a:spcPts val="0"/>
              </a:spcBef>
              <a:spcAft>
                <a:spcPts val="0"/>
              </a:spcAft>
              <a:buSzPts val="6400"/>
              <a:buNone/>
              <a:defRPr/>
            </a:lvl6pPr>
            <a:lvl7pPr lvl="6" algn="l">
              <a:lnSpc>
                <a:spcPct val="100000"/>
              </a:lnSpc>
              <a:spcBef>
                <a:spcPts val="0"/>
              </a:spcBef>
              <a:spcAft>
                <a:spcPts val="0"/>
              </a:spcAft>
              <a:buSzPts val="6400"/>
              <a:buNone/>
              <a:defRPr/>
            </a:lvl7pPr>
            <a:lvl8pPr lvl="7" algn="l">
              <a:lnSpc>
                <a:spcPct val="100000"/>
              </a:lnSpc>
              <a:spcBef>
                <a:spcPts val="0"/>
              </a:spcBef>
              <a:spcAft>
                <a:spcPts val="0"/>
              </a:spcAft>
              <a:buSzPts val="6400"/>
              <a:buNone/>
              <a:defRPr/>
            </a:lvl8pPr>
            <a:lvl9pPr lvl="8" algn="l">
              <a:lnSpc>
                <a:spcPct val="100000"/>
              </a:lnSpc>
              <a:spcBef>
                <a:spcPts val="0"/>
              </a:spcBef>
              <a:spcAft>
                <a:spcPts val="0"/>
              </a:spcAft>
              <a:buSzPts val="6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0"/>
        <p:cNvGrpSpPr/>
        <p:nvPr/>
      </p:nvGrpSpPr>
      <p:grpSpPr>
        <a:xfrm>
          <a:off x="0" y="0"/>
          <a:ext cx="0" cy="0"/>
          <a:chOff x="0" y="0"/>
          <a:chExt cx="0" cy="0"/>
        </a:xfrm>
      </p:grpSpPr>
      <p:sp>
        <p:nvSpPr>
          <p:cNvPr id="21" name="Google Shape;21;p11"/>
          <p:cNvSpPr txBox="1">
            <a:spLocks noGrp="1"/>
          </p:cNvSpPr>
          <p:nvPr>
            <p:ph type="body" idx="1"/>
          </p:nvPr>
        </p:nvSpPr>
        <p:spPr>
          <a:xfrm>
            <a:off x="534600" y="12952930"/>
            <a:ext cx="9622500" cy="1526400"/>
          </a:xfrm>
          <a:prstGeom prst="rect">
            <a:avLst/>
          </a:prstGeom>
          <a:noFill/>
          <a:ln>
            <a:noFill/>
          </a:ln>
        </p:spPr>
        <p:txBody>
          <a:bodyPr spcFirstLastPara="1" wrap="square" lIns="167900" tIns="167900" rIns="167900" bIns="167900" anchor="t" anchorCtr="0">
            <a:noAutofit/>
          </a:bodyPr>
          <a:lstStyle>
            <a:lvl1pPr marL="457200" lvl="0" indent="-228600" algn="ctr">
              <a:lnSpc>
                <a:spcPct val="100000"/>
              </a:lnSpc>
              <a:spcBef>
                <a:spcPts val="500"/>
              </a:spcBef>
              <a:spcAft>
                <a:spcPts val="0"/>
              </a:spcAft>
              <a:buSzPts val="3500"/>
              <a:buNone/>
              <a:defRPr sz="3500"/>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534600" y="605501"/>
            <a:ext cx="9622500" cy="2520000"/>
          </a:xfrm>
          <a:prstGeom prst="rect">
            <a:avLst/>
          </a:prstGeom>
          <a:noFill/>
          <a:ln>
            <a:noFill/>
          </a:ln>
        </p:spPr>
        <p:txBody>
          <a:bodyPr spcFirstLastPara="1" wrap="square" lIns="167900" tIns="167900" rIns="167900" bIns="167900" anchor="b" anchorCtr="0">
            <a:noAutofit/>
          </a:bodyPr>
          <a:lstStyle>
            <a:lvl1pPr marR="0" lvl="0" algn="l" rtl="0">
              <a:lnSpc>
                <a:spcPct val="100000"/>
              </a:lnSpc>
              <a:spcBef>
                <a:spcPts val="0"/>
              </a:spcBef>
              <a:spcAft>
                <a:spcPts val="0"/>
              </a:spcAft>
              <a:buClr>
                <a:schemeClr val="dk1"/>
              </a:buClr>
              <a:buSzPts val="6400"/>
              <a:buFont typeface="Arial"/>
              <a:buNone/>
              <a:defRPr sz="64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6400"/>
              <a:buFont typeface="Arial"/>
              <a:buNone/>
              <a:defRPr sz="64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6400"/>
              <a:buFont typeface="Arial"/>
              <a:buNone/>
              <a:defRPr sz="64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6400"/>
              <a:buFont typeface="Arial"/>
              <a:buNone/>
              <a:defRPr sz="64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6400"/>
              <a:buFont typeface="Arial"/>
              <a:buNone/>
              <a:defRPr sz="64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6400"/>
              <a:buFont typeface="Arial"/>
              <a:buNone/>
              <a:defRPr sz="64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6400"/>
              <a:buFont typeface="Arial"/>
              <a:buNone/>
              <a:defRPr sz="64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6400"/>
              <a:buFont typeface="Arial"/>
              <a:buNone/>
              <a:defRPr sz="64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6400"/>
              <a:buFont typeface="Arial"/>
              <a:buNone/>
              <a:defRPr sz="6400" b="1" i="0" u="none" strike="noStrike" cap="none">
                <a:solidFill>
                  <a:schemeClr val="dk1"/>
                </a:solidFill>
                <a:latin typeface="Arial"/>
                <a:ea typeface="Arial"/>
                <a:cs typeface="Arial"/>
                <a:sym typeface="Arial"/>
              </a:defRPr>
            </a:lvl9pPr>
          </a:lstStyle>
          <a:p>
            <a:endParaRPr/>
          </a:p>
        </p:txBody>
      </p:sp>
      <p:sp>
        <p:nvSpPr>
          <p:cNvPr id="7" name="Google Shape;7;p6"/>
          <p:cNvSpPr txBox="1">
            <a:spLocks noGrp="1"/>
          </p:cNvSpPr>
          <p:nvPr>
            <p:ph type="body" idx="1"/>
          </p:nvPr>
        </p:nvSpPr>
        <p:spPr>
          <a:xfrm>
            <a:off x="534600" y="3528000"/>
            <a:ext cx="9622500" cy="10951800"/>
          </a:xfrm>
          <a:prstGeom prst="rect">
            <a:avLst/>
          </a:prstGeom>
          <a:noFill/>
          <a:ln>
            <a:noFill/>
          </a:ln>
        </p:spPr>
        <p:txBody>
          <a:bodyPr spcFirstLastPara="1" wrap="square" lIns="167900" tIns="167900" rIns="167900" bIns="167900" anchor="t" anchorCtr="0">
            <a:noAutofit/>
          </a:bodyPr>
          <a:lstStyle>
            <a:lvl1pPr marL="457200" marR="0" lvl="0" indent="-571500" algn="l" rtl="0">
              <a:lnSpc>
                <a:spcPct val="100000"/>
              </a:lnSpc>
              <a:spcBef>
                <a:spcPts val="10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1pPr>
            <a:lvl2pPr marL="914400" marR="0" lvl="1" indent="-508000" algn="l" rtl="0">
              <a:lnSpc>
                <a:spcPct val="100000"/>
              </a:lnSpc>
              <a:spcBef>
                <a:spcPts val="0"/>
              </a:spcBef>
              <a:spcAft>
                <a:spcPts val="0"/>
              </a:spcAft>
              <a:buClr>
                <a:schemeClr val="dk1"/>
              </a:buClr>
              <a:buSzPts val="4400"/>
              <a:buFont typeface="Arial"/>
              <a:buChar char="○"/>
              <a:defRPr sz="4400" b="0" i="0" u="none" strike="noStrike" cap="none">
                <a:solidFill>
                  <a:schemeClr val="dk1"/>
                </a:solidFill>
                <a:latin typeface="Arial"/>
                <a:ea typeface="Arial"/>
                <a:cs typeface="Arial"/>
                <a:sym typeface="Arial"/>
              </a:defRPr>
            </a:lvl2pPr>
            <a:lvl3pPr marL="1371600" marR="0" lvl="2" indent="-508000" algn="l" rtl="0">
              <a:lnSpc>
                <a:spcPct val="100000"/>
              </a:lnSpc>
              <a:spcBef>
                <a:spcPts val="0"/>
              </a:spcBef>
              <a:spcAft>
                <a:spcPts val="0"/>
              </a:spcAft>
              <a:buClr>
                <a:schemeClr val="dk1"/>
              </a:buClr>
              <a:buSzPts val="4400"/>
              <a:buFont typeface="Arial"/>
              <a:buChar char="■"/>
              <a:defRPr sz="4400" b="0" i="0" u="none" strike="noStrike" cap="none">
                <a:solidFill>
                  <a:schemeClr val="dk1"/>
                </a:solidFill>
                <a:latin typeface="Arial"/>
                <a:ea typeface="Arial"/>
                <a:cs typeface="Arial"/>
                <a:sym typeface="Arial"/>
              </a:defRPr>
            </a:lvl3pPr>
            <a:lvl4pPr marL="1828800" marR="0" lvl="3" indent="-450850" algn="l" rtl="0">
              <a:lnSpc>
                <a:spcPct val="100000"/>
              </a:lnSpc>
              <a:spcBef>
                <a:spcPts val="0"/>
              </a:spcBef>
              <a:spcAft>
                <a:spcPts val="0"/>
              </a:spcAft>
              <a:buClr>
                <a:schemeClr val="dk1"/>
              </a:buClr>
              <a:buSzPts val="3500"/>
              <a:buFont typeface="Arial"/>
              <a:buChar char="●"/>
              <a:defRPr sz="3500" b="0" i="0" u="none" strike="noStrike" cap="none">
                <a:solidFill>
                  <a:schemeClr val="dk1"/>
                </a:solidFill>
                <a:latin typeface="Arial"/>
                <a:ea typeface="Arial"/>
                <a:cs typeface="Arial"/>
                <a:sym typeface="Arial"/>
              </a:defRPr>
            </a:lvl4pPr>
            <a:lvl5pPr marL="2286000" marR="0" lvl="4" indent="-450850" algn="l" rtl="0">
              <a:lnSpc>
                <a:spcPct val="100000"/>
              </a:lnSpc>
              <a:spcBef>
                <a:spcPts val="0"/>
              </a:spcBef>
              <a:spcAft>
                <a:spcPts val="0"/>
              </a:spcAft>
              <a:buClr>
                <a:schemeClr val="dk1"/>
              </a:buClr>
              <a:buSzPts val="3500"/>
              <a:buFont typeface="Arial"/>
              <a:buChar char="○"/>
              <a:defRPr sz="3500" b="0" i="0" u="none" strike="noStrike" cap="none">
                <a:solidFill>
                  <a:schemeClr val="dk1"/>
                </a:solidFill>
                <a:latin typeface="Arial"/>
                <a:ea typeface="Arial"/>
                <a:cs typeface="Arial"/>
                <a:sym typeface="Arial"/>
              </a:defRPr>
            </a:lvl5pPr>
            <a:lvl6pPr marL="2743200" marR="0" lvl="5" indent="-450850" algn="l" rtl="0">
              <a:lnSpc>
                <a:spcPct val="100000"/>
              </a:lnSpc>
              <a:spcBef>
                <a:spcPts val="0"/>
              </a:spcBef>
              <a:spcAft>
                <a:spcPts val="0"/>
              </a:spcAft>
              <a:buClr>
                <a:schemeClr val="dk1"/>
              </a:buClr>
              <a:buSzPts val="3500"/>
              <a:buFont typeface="Arial"/>
              <a:buChar char="■"/>
              <a:defRPr sz="3500" b="0" i="0" u="none" strike="noStrike" cap="none">
                <a:solidFill>
                  <a:schemeClr val="dk1"/>
                </a:solidFill>
                <a:latin typeface="Arial"/>
                <a:ea typeface="Arial"/>
                <a:cs typeface="Arial"/>
                <a:sym typeface="Arial"/>
              </a:defRPr>
            </a:lvl6pPr>
            <a:lvl7pPr marL="3200400" marR="0" lvl="6" indent="-450850" algn="l" rtl="0">
              <a:lnSpc>
                <a:spcPct val="100000"/>
              </a:lnSpc>
              <a:spcBef>
                <a:spcPts val="0"/>
              </a:spcBef>
              <a:spcAft>
                <a:spcPts val="0"/>
              </a:spcAft>
              <a:buClr>
                <a:schemeClr val="dk1"/>
              </a:buClr>
              <a:buSzPts val="3500"/>
              <a:buFont typeface="Arial"/>
              <a:buChar char="●"/>
              <a:defRPr sz="3500" b="0" i="0" u="none" strike="noStrike" cap="none">
                <a:solidFill>
                  <a:schemeClr val="dk1"/>
                </a:solidFill>
                <a:latin typeface="Arial"/>
                <a:ea typeface="Arial"/>
                <a:cs typeface="Arial"/>
                <a:sym typeface="Arial"/>
              </a:defRPr>
            </a:lvl7pPr>
            <a:lvl8pPr marL="3657600" marR="0" lvl="7" indent="-450850" algn="l" rtl="0">
              <a:lnSpc>
                <a:spcPct val="100000"/>
              </a:lnSpc>
              <a:spcBef>
                <a:spcPts val="0"/>
              </a:spcBef>
              <a:spcAft>
                <a:spcPts val="0"/>
              </a:spcAft>
              <a:buClr>
                <a:schemeClr val="dk1"/>
              </a:buClr>
              <a:buSzPts val="3500"/>
              <a:buFont typeface="Arial"/>
              <a:buChar char="○"/>
              <a:defRPr sz="3500" b="0" i="0" u="none" strike="noStrike" cap="none">
                <a:solidFill>
                  <a:schemeClr val="dk1"/>
                </a:solidFill>
                <a:latin typeface="Arial"/>
                <a:ea typeface="Arial"/>
                <a:cs typeface="Arial"/>
                <a:sym typeface="Arial"/>
              </a:defRPr>
            </a:lvl8pPr>
            <a:lvl9pPr marL="4114800" marR="0" lvl="8" indent="-450850" algn="l" rtl="0">
              <a:lnSpc>
                <a:spcPct val="100000"/>
              </a:lnSpc>
              <a:spcBef>
                <a:spcPts val="0"/>
              </a:spcBef>
              <a:spcAft>
                <a:spcPts val="0"/>
              </a:spcAft>
              <a:buClr>
                <a:schemeClr val="dk1"/>
              </a:buClr>
              <a:buSzPts val="3500"/>
              <a:buFont typeface="Arial"/>
              <a:buChar char="■"/>
              <a:defRPr sz="35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
        <p:cNvGrpSpPr/>
        <p:nvPr/>
      </p:nvGrpSpPr>
      <p:grpSpPr>
        <a:xfrm>
          <a:off x="0" y="0"/>
          <a:ext cx="0" cy="0"/>
          <a:chOff x="0" y="0"/>
          <a:chExt cx="0" cy="0"/>
        </a:xfrm>
      </p:grpSpPr>
      <p:sp>
        <p:nvSpPr>
          <p:cNvPr id="51" name="Google Shape;51;g3ef76b15dfc_0_0"/>
          <p:cNvSpPr/>
          <p:nvPr/>
        </p:nvSpPr>
        <p:spPr>
          <a:xfrm>
            <a:off x="-708150" y="1905001"/>
            <a:ext cx="12060600" cy="11471575"/>
          </a:xfrm>
          <a:prstGeom prst="rect">
            <a:avLst/>
          </a:prstGeom>
          <a:noFill/>
          <a:ln w="9525" cap="flat" cmpd="sng">
            <a:solidFill>
              <a:srgbClr val="37389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 name="TextBox 6">
            <a:extLst>
              <a:ext uri="{FF2B5EF4-FFF2-40B4-BE49-F238E27FC236}">
                <a16:creationId xmlns:a16="http://schemas.microsoft.com/office/drawing/2014/main" id="{5E75A544-8A19-EB3D-83F0-54B2B803FC82}"/>
              </a:ext>
            </a:extLst>
          </p:cNvPr>
          <p:cNvSpPr txBox="1"/>
          <p:nvPr/>
        </p:nvSpPr>
        <p:spPr>
          <a:xfrm>
            <a:off x="4395310" y="1163930"/>
            <a:ext cx="2963805" cy="523220"/>
          </a:xfrm>
          <a:prstGeom prst="rect">
            <a:avLst/>
          </a:prstGeom>
          <a:noFill/>
        </p:spPr>
        <p:txBody>
          <a:bodyPr wrap="square">
            <a:spAutoFit/>
          </a:bodyPr>
          <a:lstStyle/>
          <a:p>
            <a:pPr marL="0" marR="0" lvl="0" indent="0" algn="l" defTabSz="914400" rtl="0" eaLnBrk="1" fontAlgn="auto" latinLnBrk="0" hangingPunct="1">
              <a:spcBef>
                <a:spcPts val="0"/>
              </a:spcBef>
              <a:spcAft>
                <a:spcPts val="0"/>
              </a:spcAft>
              <a:buClr>
                <a:srgbClr val="000000"/>
              </a:buClr>
              <a:buSzPts val="200"/>
              <a:buFont typeface="Arial"/>
              <a:buNone/>
              <a:tabLst/>
              <a:defRPr/>
            </a:pPr>
            <a:r>
              <a:rPr kumimoji="0" lang="en-US"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4, Bellary Road, 12 KM, </a:t>
            </a:r>
          </a:p>
          <a:p>
            <a:pPr marL="0" marR="0" lvl="0" indent="0" algn="l" defTabSz="914400" rtl="0" eaLnBrk="1" fontAlgn="auto" latinLnBrk="0" hangingPunct="1">
              <a:spcBef>
                <a:spcPts val="0"/>
              </a:spcBef>
              <a:spcAft>
                <a:spcPts val="0"/>
              </a:spcAft>
              <a:buClr>
                <a:srgbClr val="000000"/>
              </a:buClr>
              <a:buSzPts val="200"/>
              <a:buFont typeface="Arial"/>
              <a:buNone/>
              <a:tabLst/>
              <a:defRPr/>
            </a:pPr>
            <a:r>
              <a:rPr kumimoji="0" lang="en-US" b="0" i="0" u="none" strike="noStrike" kern="0" cap="none" spc="0" normalizeH="0" baseline="0" noProof="0" dirty="0" err="1">
                <a:ln>
                  <a:noFill/>
                </a:ln>
                <a:solidFill>
                  <a:srgbClr val="000000"/>
                </a:solidFill>
                <a:effectLst/>
                <a:uLnTx/>
                <a:uFillTx/>
                <a:latin typeface="Space Grotesk" pitchFamily="2" charset="0"/>
                <a:ea typeface="Space Grotesk"/>
                <a:cs typeface="Space Grotesk" pitchFamily="2" charset="0"/>
                <a:sym typeface="Space Grotesk"/>
              </a:rPr>
              <a:t>Jakkur</a:t>
            </a:r>
            <a:r>
              <a:rPr kumimoji="0" lang="en-US"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 Bangalore, 560064</a:t>
            </a:r>
          </a:p>
        </p:txBody>
      </p:sp>
      <p:sp>
        <p:nvSpPr>
          <p:cNvPr id="9" name="TextBox 8">
            <a:extLst>
              <a:ext uri="{FF2B5EF4-FFF2-40B4-BE49-F238E27FC236}">
                <a16:creationId xmlns:a16="http://schemas.microsoft.com/office/drawing/2014/main" id="{C9E6FE18-3725-B8B5-0296-834D4D635C50}"/>
              </a:ext>
            </a:extLst>
          </p:cNvPr>
          <p:cNvSpPr txBox="1"/>
          <p:nvPr/>
        </p:nvSpPr>
        <p:spPr>
          <a:xfrm>
            <a:off x="7359115" y="1158775"/>
            <a:ext cx="2434590" cy="523220"/>
          </a:xfrm>
          <a:prstGeom prst="rect">
            <a:avLst/>
          </a:prstGeom>
          <a:noFill/>
        </p:spPr>
        <p:txBody>
          <a:bodyPr wrap="square">
            <a:spAutoFit/>
          </a:bodyPr>
          <a:lstStyle/>
          <a:p>
            <a:pPr lvl="0" algn="r">
              <a:buSzPts val="200"/>
              <a:defRPr/>
            </a:pPr>
            <a:r>
              <a:rPr kumimoji="0" lang="en-US"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business@ariviti.com</a:t>
            </a:r>
          </a:p>
          <a:p>
            <a:pPr marL="0" marR="0" lvl="0" indent="0" algn="r" defTabSz="914400" rtl="0" eaLnBrk="1" fontAlgn="auto" latinLnBrk="0" hangingPunct="1">
              <a:spcAft>
                <a:spcPts val="0"/>
              </a:spcAft>
              <a:buClr>
                <a:srgbClr val="000000"/>
              </a:buClr>
              <a:buSzPts val="200"/>
              <a:buFont typeface="Arial"/>
              <a:buNone/>
              <a:tabLst/>
              <a:defRPr/>
            </a:pPr>
            <a:r>
              <a:rPr kumimoji="0" lang="en-US" sz="1050"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+91  </a:t>
            </a:r>
            <a:r>
              <a:rPr kumimoji="0" lang="en-US"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80 4663 2400</a:t>
            </a:r>
            <a:endParaRPr lang="en-US" sz="1200" dirty="0">
              <a:latin typeface="Space Grotesk" pitchFamily="2" charset="0"/>
              <a:cs typeface="Space Grotesk" pitchFamily="2" charset="0"/>
            </a:endParaRPr>
          </a:p>
        </p:txBody>
      </p:sp>
      <p:sp>
        <p:nvSpPr>
          <p:cNvPr id="11" name="TextBox 10">
            <a:extLst>
              <a:ext uri="{FF2B5EF4-FFF2-40B4-BE49-F238E27FC236}">
                <a16:creationId xmlns:a16="http://schemas.microsoft.com/office/drawing/2014/main" id="{9A19D5A9-0CF9-8B0D-D384-D03A8111FFAA}"/>
              </a:ext>
            </a:extLst>
          </p:cNvPr>
          <p:cNvSpPr txBox="1"/>
          <p:nvPr/>
        </p:nvSpPr>
        <p:spPr>
          <a:xfrm>
            <a:off x="4395311" y="485319"/>
            <a:ext cx="5538467" cy="646331"/>
          </a:xfrm>
          <a:prstGeom prst="rect">
            <a:avLst/>
          </a:prstGeom>
          <a:noFill/>
        </p:spPr>
        <p:txBody>
          <a:bodyPr wrap="square">
            <a:spAutoFit/>
          </a:bodyPr>
          <a:lstStyle/>
          <a:p>
            <a:pPr marL="0" marR="0" lvl="0" indent="0" algn="l" defTabSz="914400" rtl="0" eaLnBrk="1" fontAlgn="auto" latinLnBrk="0" hangingPunct="1">
              <a:spcBef>
                <a:spcPts val="0"/>
              </a:spcBef>
              <a:spcAft>
                <a:spcPts val="0"/>
              </a:spcAft>
              <a:buClr>
                <a:srgbClr val="000000"/>
              </a:buClr>
              <a:buSzPts val="200"/>
              <a:buFont typeface="Arial"/>
              <a:buNone/>
              <a:tabLst/>
              <a:defRPr/>
            </a:pPr>
            <a:r>
              <a:rPr kumimoji="0" lang="en-US" sz="2400" b="1" i="0" u="none" strike="noStrike" kern="0" cap="none" spc="0" normalizeH="0" baseline="0" noProof="0" dirty="0">
                <a:ln>
                  <a:noFill/>
                </a:ln>
                <a:solidFill>
                  <a:srgbClr val="000000"/>
                </a:solidFill>
                <a:effectLst/>
                <a:uLnTx/>
                <a:uFillTx/>
                <a:latin typeface="Space Grotesk"/>
                <a:ea typeface="Space Grotesk"/>
                <a:cs typeface="Space Grotesk"/>
                <a:sym typeface="Space Grotesk"/>
              </a:rPr>
              <a:t>Ariviti Technologies Private Limited</a:t>
            </a:r>
          </a:p>
          <a:p>
            <a:pPr marL="0" marR="0" lvl="0" indent="0" algn="l" defTabSz="914400" rtl="0" eaLnBrk="1" fontAlgn="auto" latinLnBrk="0" hangingPunct="1">
              <a:spcBef>
                <a:spcPts val="0"/>
              </a:spcBef>
              <a:spcAft>
                <a:spcPts val="0"/>
              </a:spcAft>
              <a:buClr>
                <a:srgbClr val="000000"/>
              </a:buClr>
              <a:buSzPts val="200"/>
              <a:buFont typeface="Arial"/>
              <a:buNone/>
              <a:tabLst/>
              <a:defRPr/>
            </a:pPr>
            <a:r>
              <a:rPr lang="en-US" sz="1200" dirty="0">
                <a:latin typeface="Space Grotesk" pitchFamily="2" charset="0"/>
                <a:ea typeface="Space Grotesk"/>
                <a:cs typeface="Space Grotesk" pitchFamily="2" charset="0"/>
                <a:sym typeface="Space Grotesk"/>
              </a:rPr>
              <a:t>(formerly Integra Micro Software Services Private Limited)</a:t>
            </a:r>
            <a:endParaRPr kumimoji="0" lang="en-US" sz="120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endParaRPr>
          </a:p>
        </p:txBody>
      </p:sp>
      <p:cxnSp>
        <p:nvCxnSpPr>
          <p:cNvPr id="17" name="Straight Connector 16">
            <a:extLst>
              <a:ext uri="{FF2B5EF4-FFF2-40B4-BE49-F238E27FC236}">
                <a16:creationId xmlns:a16="http://schemas.microsoft.com/office/drawing/2014/main" id="{C7D4F926-5A19-6FEB-72DC-FD8D557F6DA3}"/>
              </a:ext>
            </a:extLst>
          </p:cNvPr>
          <p:cNvCxnSpPr>
            <a:cxnSpLocks/>
          </p:cNvCxnSpPr>
          <p:nvPr/>
        </p:nvCxnSpPr>
        <p:spPr>
          <a:xfrm>
            <a:off x="4162425" y="568260"/>
            <a:ext cx="0" cy="1336741"/>
          </a:xfrm>
          <a:prstGeom prst="line">
            <a:avLst/>
          </a:prstGeom>
          <a:ln w="9525">
            <a:solidFill>
              <a:srgbClr val="37389F"/>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E1347AA-D15A-BF9B-2CE5-62237803B3C3}"/>
              </a:ext>
            </a:extLst>
          </p:cNvPr>
          <p:cNvSpPr txBox="1"/>
          <p:nvPr/>
        </p:nvSpPr>
        <p:spPr>
          <a:xfrm>
            <a:off x="5434634" y="13779776"/>
            <a:ext cx="3673187" cy="338554"/>
          </a:xfrm>
          <a:prstGeom prst="rect">
            <a:avLst/>
          </a:prstGeom>
          <a:noFill/>
        </p:spPr>
        <p:txBody>
          <a:bodyPr wrap="square">
            <a:spAutoFit/>
          </a:bodyPr>
          <a:lstStyle/>
          <a:p>
            <a:pPr lvl="0" algn="r">
              <a:buSzPts val="200"/>
              <a:defRPr/>
            </a:pPr>
            <a:r>
              <a:rPr lang="en-US" sz="1600" b="1" dirty="0">
                <a:latin typeface="Space Grotesk"/>
                <a:ea typeface="Space Grotesk"/>
                <a:cs typeface="Space Grotesk"/>
                <a:sym typeface="Space Grotesk"/>
              </a:rPr>
              <a:t>ariviti.com</a:t>
            </a:r>
          </a:p>
        </p:txBody>
      </p:sp>
      <p:sp>
        <p:nvSpPr>
          <p:cNvPr id="8" name="TextBox 7">
            <a:extLst>
              <a:ext uri="{FF2B5EF4-FFF2-40B4-BE49-F238E27FC236}">
                <a16:creationId xmlns:a16="http://schemas.microsoft.com/office/drawing/2014/main" id="{59D2C54A-B85C-77FA-667F-483E5CC61FD8}"/>
              </a:ext>
            </a:extLst>
          </p:cNvPr>
          <p:cNvSpPr txBox="1"/>
          <p:nvPr/>
        </p:nvSpPr>
        <p:spPr>
          <a:xfrm>
            <a:off x="762833" y="13582378"/>
            <a:ext cx="4259682" cy="1169551"/>
          </a:xfrm>
          <a:prstGeom prst="rect">
            <a:avLst/>
          </a:prstGeom>
          <a:noFill/>
        </p:spPr>
        <p:txBody>
          <a:bodyPr wrap="square">
            <a:spAutoFit/>
          </a:bodyPr>
          <a:lstStyle/>
          <a:p>
            <a:pPr marL="0" marR="0" lvl="0" indent="0" algn="l" rtl="0">
              <a:spcBef>
                <a:spcPts val="0"/>
              </a:spcBef>
              <a:spcAft>
                <a:spcPts val="0"/>
              </a:spcAft>
              <a:buClr>
                <a:schemeClr val="dk1"/>
              </a:buClr>
              <a:buSzPts val="200"/>
              <a:buFont typeface="Arial"/>
              <a:buNone/>
            </a:pPr>
            <a:r>
              <a:rPr lang="en-US" b="1" i="0" u="none" strike="noStrike" cap="none" dirty="0">
                <a:solidFill>
                  <a:srgbClr val="000000"/>
                </a:solidFill>
                <a:latin typeface="Space Grotesk" pitchFamily="2" charset="0"/>
                <a:ea typeface="Space Grotesk"/>
                <a:cs typeface="Space Grotesk" pitchFamily="2" charset="0"/>
                <a:sym typeface="Space Grotesk"/>
              </a:rPr>
              <a:t>Registered Office:</a:t>
            </a:r>
            <a:r>
              <a:rPr lang="en-US" i="0" u="none" strike="noStrike" cap="none" dirty="0">
                <a:solidFill>
                  <a:srgbClr val="000000"/>
                </a:solidFill>
                <a:latin typeface="Space Grotesk" pitchFamily="2" charset="0"/>
                <a:ea typeface="Space Grotesk"/>
                <a:cs typeface="Space Grotesk" pitchFamily="2" charset="0"/>
                <a:sym typeface="Space Grotesk"/>
              </a:rPr>
              <a:t> </a:t>
            </a:r>
            <a:r>
              <a:rPr kumimoji="0" lang="en-US"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G5, Swiss Complex, </a:t>
            </a:r>
          </a:p>
          <a:p>
            <a:pPr marL="0" marR="0" lvl="0" indent="0" algn="l" rtl="0">
              <a:spcBef>
                <a:spcPts val="0"/>
              </a:spcBef>
              <a:spcAft>
                <a:spcPts val="0"/>
              </a:spcAft>
              <a:buClr>
                <a:schemeClr val="dk1"/>
              </a:buClr>
              <a:buSzPts val="200"/>
              <a:buFont typeface="Arial"/>
              <a:buNone/>
            </a:pPr>
            <a:r>
              <a:rPr kumimoji="0" lang="en-US"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33 Racecourse road, Bangalore, 560001</a:t>
            </a:r>
          </a:p>
          <a:p>
            <a:pPr marL="0" marR="0" lvl="0" indent="0" algn="l" rtl="0">
              <a:spcBef>
                <a:spcPts val="0"/>
              </a:spcBef>
              <a:spcAft>
                <a:spcPts val="0"/>
              </a:spcAft>
              <a:buClr>
                <a:schemeClr val="dk1"/>
              </a:buClr>
              <a:buSzPts val="200"/>
              <a:buFont typeface="Arial"/>
              <a:buNone/>
            </a:pPr>
            <a:r>
              <a:rPr kumimoji="0" lang="en-US" sz="1050"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+91 </a:t>
            </a:r>
            <a:r>
              <a:rPr lang="en-US" i="0" u="none" strike="noStrike" cap="none" dirty="0">
                <a:solidFill>
                  <a:srgbClr val="000000"/>
                </a:solidFill>
                <a:latin typeface="Space Grotesk" pitchFamily="2" charset="0"/>
                <a:ea typeface="Space Grotesk"/>
                <a:cs typeface="Space Grotesk" pitchFamily="2" charset="0"/>
                <a:sym typeface="Space Grotesk"/>
              </a:rPr>
              <a:t>80 2225 0073 </a:t>
            </a:r>
            <a:r>
              <a:rPr lang="en-US" b="1" i="0" u="none" strike="noStrike" cap="none" dirty="0">
                <a:solidFill>
                  <a:srgbClr val="000000"/>
                </a:solidFill>
                <a:latin typeface="Space Grotesk" pitchFamily="2" charset="0"/>
                <a:ea typeface="Space Grotesk"/>
                <a:cs typeface="Space Grotesk" pitchFamily="2" charset="0"/>
                <a:sym typeface="Space Grotesk"/>
              </a:rPr>
              <a:t>/</a:t>
            </a:r>
            <a:r>
              <a:rPr lang="en-US" i="0" u="none" strike="noStrike" cap="none" dirty="0">
                <a:solidFill>
                  <a:srgbClr val="000000"/>
                </a:solidFill>
                <a:latin typeface="Space Grotesk" pitchFamily="2" charset="0"/>
                <a:ea typeface="Space Grotesk"/>
                <a:cs typeface="Space Grotesk" pitchFamily="2" charset="0"/>
                <a:sym typeface="Space Grotesk"/>
              </a:rPr>
              <a:t> 2225 7027</a:t>
            </a:r>
          </a:p>
          <a:p>
            <a:pPr marL="0" marR="0" lvl="0" indent="0" defTabSz="914400" rtl="0" eaLnBrk="1" fontAlgn="auto" latinLnBrk="0" hangingPunct="1">
              <a:lnSpc>
                <a:spcPct val="100000"/>
              </a:lnSpc>
              <a:spcBef>
                <a:spcPts val="0"/>
              </a:spcBef>
              <a:spcAft>
                <a:spcPts val="0"/>
              </a:spcAft>
              <a:buClr>
                <a:srgbClr val="000000"/>
              </a:buClr>
              <a:buSzPts val="200"/>
              <a:buFont typeface="Arial"/>
              <a:buNone/>
              <a:tabLst/>
              <a:defRPr/>
            </a:pPr>
            <a:r>
              <a:rPr kumimoji="0" lang="en-US" b="1"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CIN:</a:t>
            </a:r>
            <a:r>
              <a:rPr kumimoji="0" lang="en-US"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 U72200KA1999PTC026063</a:t>
            </a:r>
            <a:endParaRPr lang="en-US" i="0" u="none" strike="noStrike" cap="none" dirty="0">
              <a:solidFill>
                <a:srgbClr val="000000"/>
              </a:solidFill>
              <a:latin typeface="Space Grotesk" pitchFamily="2" charset="0"/>
              <a:ea typeface="Space Grotesk"/>
              <a:cs typeface="Space Grotesk" pitchFamily="2" charset="0"/>
              <a:sym typeface="Space Grotesk"/>
            </a:endParaRPr>
          </a:p>
          <a:p>
            <a:pPr marL="0" marR="0" lvl="0" indent="0" algn="l" rtl="0">
              <a:spcBef>
                <a:spcPts val="0"/>
              </a:spcBef>
              <a:spcAft>
                <a:spcPts val="0"/>
              </a:spcAft>
              <a:buClr>
                <a:schemeClr val="dk1"/>
              </a:buClr>
              <a:buSzPts val="200"/>
              <a:buFont typeface="Arial"/>
              <a:buNone/>
            </a:pPr>
            <a:r>
              <a:rPr lang="en-US" i="0" u="none" strike="noStrike" cap="none" dirty="0">
                <a:solidFill>
                  <a:srgbClr val="000000"/>
                </a:solidFill>
                <a:latin typeface="Space Grotesk" pitchFamily="2" charset="0"/>
                <a:ea typeface="Space Grotesk"/>
                <a:cs typeface="Space Grotesk" pitchFamily="2" charset="0"/>
                <a:sym typeface="Space Grotesk"/>
              </a:rPr>
              <a:t>	         	</a:t>
            </a:r>
          </a:p>
        </p:txBody>
      </p:sp>
      <p:pic>
        <p:nvPicPr>
          <p:cNvPr id="4" name="Graphic 12">
            <a:extLst>
              <a:ext uri="{FF2B5EF4-FFF2-40B4-BE49-F238E27FC236}">
                <a16:creationId xmlns:a16="http://schemas.microsoft.com/office/drawing/2014/main" id="{01963D56-1F0D-9F0C-D636-085F91EB03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2064" y="529217"/>
            <a:ext cx="2975581" cy="1118608"/>
          </a:xfrm>
          <a:prstGeom prst="rect">
            <a:avLst/>
          </a:prstGeom>
        </p:spPr>
      </p:pic>
      <p:pic>
        <p:nvPicPr>
          <p:cNvPr id="15" name="Graphic 12">
            <a:extLst>
              <a:ext uri="{FF2B5EF4-FFF2-40B4-BE49-F238E27FC236}">
                <a16:creationId xmlns:a16="http://schemas.microsoft.com/office/drawing/2014/main" id="{7D6909FC-D9C4-0596-F683-BB43FF251834}"/>
              </a:ext>
            </a:extLst>
          </p:cNvPr>
          <p:cNvPicPr>
            <a:picLocks noChangeAspect="1"/>
          </p:cNvPicPr>
          <p:nvPr/>
        </p:nvPicPr>
        <p:blipFill>
          <a:blip>
            <a:extLst>
              <a:ext uri="{96DAC541-7B7A-43D3-8B79-37D633B846F1}">
                <asvg:svgBlip xmlns:asvg="http://schemas.microsoft.com/office/drawing/2016/SVG/main" r:embed="rId3"/>
              </a:ext>
            </a:extLst>
          </a:blip>
          <a:srcRect t="33610" r="86544" b="26484"/>
          <a:stretch>
            <a:fillRect/>
          </a:stretch>
        </p:blipFill>
        <p:spPr>
          <a:xfrm flipV="1">
            <a:off x="9107821" y="12475577"/>
            <a:ext cx="2561179" cy="28555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
          <a:extLst>
            <a:ext uri="{FF2B5EF4-FFF2-40B4-BE49-F238E27FC236}">
              <a16:creationId xmlns:a16="http://schemas.microsoft.com/office/drawing/2014/main" id="{41A03FA7-21CA-59B4-D964-C7BD179BA64C}"/>
            </a:ext>
          </a:extLst>
        </p:cNvPr>
        <p:cNvGrpSpPr/>
        <p:nvPr/>
      </p:nvGrpSpPr>
      <p:grpSpPr>
        <a:xfrm>
          <a:off x="0" y="0"/>
          <a:ext cx="0" cy="0"/>
          <a:chOff x="0" y="0"/>
          <a:chExt cx="0" cy="0"/>
        </a:xfrm>
      </p:grpSpPr>
      <p:sp>
        <p:nvSpPr>
          <p:cNvPr id="51" name="Google Shape;51;g3ef76b15dfc_0_0">
            <a:extLst>
              <a:ext uri="{FF2B5EF4-FFF2-40B4-BE49-F238E27FC236}">
                <a16:creationId xmlns:a16="http://schemas.microsoft.com/office/drawing/2014/main" id="{16D3C348-24B1-8ECA-F038-E170F3A8A0F7}"/>
              </a:ext>
            </a:extLst>
          </p:cNvPr>
          <p:cNvSpPr/>
          <p:nvPr/>
        </p:nvSpPr>
        <p:spPr>
          <a:xfrm>
            <a:off x="-708150" y="1905000"/>
            <a:ext cx="12060600" cy="12050420"/>
          </a:xfrm>
          <a:prstGeom prst="rect">
            <a:avLst/>
          </a:prstGeom>
          <a:noFill/>
          <a:ln w="9525" cap="flat" cmpd="sng">
            <a:solidFill>
              <a:srgbClr val="37389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 name="TextBox 6">
            <a:extLst>
              <a:ext uri="{FF2B5EF4-FFF2-40B4-BE49-F238E27FC236}">
                <a16:creationId xmlns:a16="http://schemas.microsoft.com/office/drawing/2014/main" id="{E1EEFFE8-2020-6A3E-FD0F-2F17C6BF771A}"/>
              </a:ext>
            </a:extLst>
          </p:cNvPr>
          <p:cNvSpPr txBox="1"/>
          <p:nvPr/>
        </p:nvSpPr>
        <p:spPr>
          <a:xfrm>
            <a:off x="4395310" y="1163930"/>
            <a:ext cx="2963805" cy="523220"/>
          </a:xfrm>
          <a:prstGeom prst="rect">
            <a:avLst/>
          </a:prstGeom>
          <a:noFill/>
        </p:spPr>
        <p:txBody>
          <a:bodyPr wrap="square">
            <a:spAutoFit/>
          </a:bodyPr>
          <a:lstStyle/>
          <a:p>
            <a:pPr marL="0" marR="0" lvl="0" indent="0" algn="l" defTabSz="914400" rtl="0" eaLnBrk="1" fontAlgn="auto" latinLnBrk="0" hangingPunct="1">
              <a:spcBef>
                <a:spcPts val="0"/>
              </a:spcBef>
              <a:spcAft>
                <a:spcPts val="0"/>
              </a:spcAft>
              <a:buClr>
                <a:srgbClr val="000000"/>
              </a:buClr>
              <a:buSzPts val="200"/>
              <a:buFont typeface="Arial"/>
              <a:buNone/>
              <a:tabLst/>
              <a:defRPr/>
            </a:pPr>
            <a:r>
              <a:rPr kumimoji="0" lang="en-US"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4, Bellary Road, 12 KM, </a:t>
            </a:r>
          </a:p>
          <a:p>
            <a:pPr marL="0" marR="0" lvl="0" indent="0" algn="l" defTabSz="914400" rtl="0" eaLnBrk="1" fontAlgn="auto" latinLnBrk="0" hangingPunct="1">
              <a:spcBef>
                <a:spcPts val="0"/>
              </a:spcBef>
              <a:spcAft>
                <a:spcPts val="0"/>
              </a:spcAft>
              <a:buClr>
                <a:srgbClr val="000000"/>
              </a:buClr>
              <a:buSzPts val="200"/>
              <a:buFont typeface="Arial"/>
              <a:buNone/>
              <a:tabLst/>
              <a:defRPr/>
            </a:pPr>
            <a:r>
              <a:rPr kumimoji="0" lang="en-US" b="0" i="0" u="none" strike="noStrike" kern="0" cap="none" spc="0" normalizeH="0" baseline="0" noProof="0" dirty="0" err="1">
                <a:ln>
                  <a:noFill/>
                </a:ln>
                <a:solidFill>
                  <a:srgbClr val="000000"/>
                </a:solidFill>
                <a:effectLst/>
                <a:uLnTx/>
                <a:uFillTx/>
                <a:latin typeface="Space Grotesk" pitchFamily="2" charset="0"/>
                <a:ea typeface="Space Grotesk"/>
                <a:cs typeface="Space Grotesk" pitchFamily="2" charset="0"/>
                <a:sym typeface="Space Grotesk"/>
              </a:rPr>
              <a:t>Jakkur</a:t>
            </a:r>
            <a:r>
              <a:rPr kumimoji="0" lang="en-US"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 Bangalore, 560064</a:t>
            </a:r>
          </a:p>
        </p:txBody>
      </p:sp>
      <p:sp>
        <p:nvSpPr>
          <p:cNvPr id="9" name="TextBox 8">
            <a:extLst>
              <a:ext uri="{FF2B5EF4-FFF2-40B4-BE49-F238E27FC236}">
                <a16:creationId xmlns:a16="http://schemas.microsoft.com/office/drawing/2014/main" id="{8E2C8F87-9E9C-6669-5ED4-0F4D9CD91E5E}"/>
              </a:ext>
            </a:extLst>
          </p:cNvPr>
          <p:cNvSpPr txBox="1"/>
          <p:nvPr/>
        </p:nvSpPr>
        <p:spPr>
          <a:xfrm>
            <a:off x="7359115" y="1158775"/>
            <a:ext cx="2434590" cy="523220"/>
          </a:xfrm>
          <a:prstGeom prst="rect">
            <a:avLst/>
          </a:prstGeom>
          <a:noFill/>
        </p:spPr>
        <p:txBody>
          <a:bodyPr wrap="square">
            <a:spAutoFit/>
          </a:bodyPr>
          <a:lstStyle/>
          <a:p>
            <a:pPr lvl="0" algn="r">
              <a:buSzPts val="200"/>
              <a:defRPr/>
            </a:pPr>
            <a:r>
              <a:rPr kumimoji="0" lang="en-US"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business@ariviti.com</a:t>
            </a:r>
          </a:p>
          <a:p>
            <a:pPr marL="0" marR="0" lvl="0" indent="0" algn="r" defTabSz="914400" rtl="0" eaLnBrk="1" fontAlgn="auto" latinLnBrk="0" hangingPunct="1">
              <a:spcAft>
                <a:spcPts val="0"/>
              </a:spcAft>
              <a:buClr>
                <a:srgbClr val="000000"/>
              </a:buClr>
              <a:buSzPts val="200"/>
              <a:buFont typeface="Arial"/>
              <a:buNone/>
              <a:tabLst/>
              <a:defRPr/>
            </a:pPr>
            <a:r>
              <a:rPr kumimoji="0" lang="en-US" sz="1050"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+91  </a:t>
            </a:r>
            <a:r>
              <a:rPr kumimoji="0" lang="en-US"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80 4663 2400</a:t>
            </a:r>
            <a:endParaRPr lang="en-US" sz="1200" dirty="0">
              <a:latin typeface="Space Grotesk" pitchFamily="2" charset="0"/>
              <a:cs typeface="Space Grotesk" pitchFamily="2" charset="0"/>
            </a:endParaRPr>
          </a:p>
        </p:txBody>
      </p:sp>
      <p:sp>
        <p:nvSpPr>
          <p:cNvPr id="11" name="TextBox 10">
            <a:extLst>
              <a:ext uri="{FF2B5EF4-FFF2-40B4-BE49-F238E27FC236}">
                <a16:creationId xmlns:a16="http://schemas.microsoft.com/office/drawing/2014/main" id="{ECEBBFBA-2571-1E12-1BC0-775D92A77F95}"/>
              </a:ext>
            </a:extLst>
          </p:cNvPr>
          <p:cNvSpPr txBox="1"/>
          <p:nvPr/>
        </p:nvSpPr>
        <p:spPr>
          <a:xfrm>
            <a:off x="4395311" y="485319"/>
            <a:ext cx="5538467" cy="646331"/>
          </a:xfrm>
          <a:prstGeom prst="rect">
            <a:avLst/>
          </a:prstGeom>
          <a:noFill/>
        </p:spPr>
        <p:txBody>
          <a:bodyPr wrap="square">
            <a:spAutoFit/>
          </a:bodyPr>
          <a:lstStyle/>
          <a:p>
            <a:pPr marL="0" marR="0" lvl="0" indent="0" algn="l" defTabSz="914400" rtl="0" eaLnBrk="1" fontAlgn="auto" latinLnBrk="0" hangingPunct="1">
              <a:spcBef>
                <a:spcPts val="0"/>
              </a:spcBef>
              <a:spcAft>
                <a:spcPts val="0"/>
              </a:spcAft>
              <a:buClr>
                <a:srgbClr val="000000"/>
              </a:buClr>
              <a:buSzPts val="200"/>
              <a:buFont typeface="Arial"/>
              <a:buNone/>
              <a:tabLst/>
              <a:defRPr/>
            </a:pPr>
            <a:r>
              <a:rPr kumimoji="0" lang="en-US" sz="2400" b="1" i="0" u="none" strike="noStrike" kern="0" cap="none" spc="0" normalizeH="0" baseline="0" noProof="0" dirty="0">
                <a:ln>
                  <a:noFill/>
                </a:ln>
                <a:solidFill>
                  <a:srgbClr val="000000"/>
                </a:solidFill>
                <a:effectLst/>
                <a:uLnTx/>
                <a:uFillTx/>
                <a:latin typeface="Space Grotesk"/>
                <a:ea typeface="Space Grotesk"/>
                <a:cs typeface="Space Grotesk"/>
                <a:sym typeface="Space Grotesk"/>
              </a:rPr>
              <a:t>Ariviti Technologies Private Limited</a:t>
            </a:r>
          </a:p>
          <a:p>
            <a:pPr marL="0" marR="0" lvl="0" indent="0" algn="l" defTabSz="914400" rtl="0" eaLnBrk="1" fontAlgn="auto" latinLnBrk="0" hangingPunct="1">
              <a:spcBef>
                <a:spcPts val="0"/>
              </a:spcBef>
              <a:spcAft>
                <a:spcPts val="0"/>
              </a:spcAft>
              <a:buClr>
                <a:srgbClr val="000000"/>
              </a:buClr>
              <a:buSzPts val="200"/>
              <a:buFont typeface="Arial"/>
              <a:buNone/>
              <a:tabLst/>
              <a:defRPr/>
            </a:pPr>
            <a:r>
              <a:rPr lang="en-US" sz="1200" dirty="0">
                <a:latin typeface="Space Grotesk" pitchFamily="2" charset="0"/>
                <a:ea typeface="Space Grotesk"/>
                <a:cs typeface="Space Grotesk" pitchFamily="2" charset="0"/>
                <a:sym typeface="Space Grotesk"/>
              </a:rPr>
              <a:t>(formerly Integra Micro Software Services Private Limited)</a:t>
            </a:r>
            <a:endParaRPr kumimoji="0" lang="en-US" sz="120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endParaRPr>
          </a:p>
        </p:txBody>
      </p:sp>
      <p:cxnSp>
        <p:nvCxnSpPr>
          <p:cNvPr id="17" name="Straight Connector 16">
            <a:extLst>
              <a:ext uri="{FF2B5EF4-FFF2-40B4-BE49-F238E27FC236}">
                <a16:creationId xmlns:a16="http://schemas.microsoft.com/office/drawing/2014/main" id="{39E163FB-786A-8C6F-4696-71C00BD86492}"/>
              </a:ext>
            </a:extLst>
          </p:cNvPr>
          <p:cNvCxnSpPr>
            <a:cxnSpLocks/>
          </p:cNvCxnSpPr>
          <p:nvPr/>
        </p:nvCxnSpPr>
        <p:spPr>
          <a:xfrm>
            <a:off x="4162425" y="568260"/>
            <a:ext cx="0" cy="1336741"/>
          </a:xfrm>
          <a:prstGeom prst="line">
            <a:avLst/>
          </a:prstGeom>
          <a:ln w="9525">
            <a:solidFill>
              <a:srgbClr val="37389F"/>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983A8A2-B543-F605-5502-9A58C154CC9A}"/>
              </a:ext>
            </a:extLst>
          </p:cNvPr>
          <p:cNvSpPr txBox="1"/>
          <p:nvPr/>
        </p:nvSpPr>
        <p:spPr>
          <a:xfrm>
            <a:off x="762833" y="14121493"/>
            <a:ext cx="7222928" cy="523220"/>
          </a:xfrm>
          <a:prstGeom prst="rect">
            <a:avLst/>
          </a:prstGeom>
          <a:noFill/>
        </p:spPr>
        <p:txBody>
          <a:bodyPr wrap="square">
            <a:spAutoFit/>
          </a:bodyPr>
          <a:lstStyle/>
          <a:p>
            <a:pPr marL="0" marR="0" lvl="0" indent="0" algn="l" rtl="0">
              <a:spcBef>
                <a:spcPts val="0"/>
              </a:spcBef>
              <a:spcAft>
                <a:spcPts val="0"/>
              </a:spcAft>
              <a:buClr>
                <a:schemeClr val="dk1"/>
              </a:buClr>
              <a:buSzPts val="200"/>
              <a:buFont typeface="Arial"/>
              <a:buNone/>
            </a:pPr>
            <a:r>
              <a:rPr lang="en-US" b="1" i="0" u="none" strike="noStrike" cap="none" dirty="0">
                <a:solidFill>
                  <a:srgbClr val="000000"/>
                </a:solidFill>
                <a:latin typeface="Space Grotesk" pitchFamily="2" charset="0"/>
                <a:ea typeface="Space Grotesk"/>
                <a:cs typeface="Space Grotesk" pitchFamily="2" charset="0"/>
                <a:sym typeface="Space Grotesk"/>
              </a:rPr>
              <a:t>Registered Office:</a:t>
            </a:r>
            <a:r>
              <a:rPr lang="en-US" i="0" u="none" strike="noStrike" cap="none" dirty="0">
                <a:solidFill>
                  <a:srgbClr val="000000"/>
                </a:solidFill>
                <a:latin typeface="Space Grotesk" pitchFamily="2" charset="0"/>
                <a:ea typeface="Space Grotesk"/>
                <a:cs typeface="Space Grotesk" pitchFamily="2" charset="0"/>
                <a:sym typeface="Space Grotesk"/>
              </a:rPr>
              <a:t> </a:t>
            </a:r>
            <a:r>
              <a:rPr kumimoji="0" lang="en-US"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G5, Swiss Complex, 33 Racecourse road, Bangalore, 560001</a:t>
            </a:r>
          </a:p>
          <a:p>
            <a:pPr marL="0" marR="0" lvl="0" indent="0" algn="l" rtl="0">
              <a:spcBef>
                <a:spcPts val="0"/>
              </a:spcBef>
              <a:spcAft>
                <a:spcPts val="0"/>
              </a:spcAft>
              <a:buClr>
                <a:schemeClr val="dk1"/>
              </a:buClr>
              <a:buSzPts val="200"/>
              <a:buFont typeface="Arial"/>
              <a:buNone/>
            </a:pPr>
            <a:r>
              <a:rPr kumimoji="0" lang="en-US" sz="1050"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+91</a:t>
            </a:r>
            <a:r>
              <a:rPr lang="en-US" i="0" u="none" strike="noStrike" cap="none" dirty="0">
                <a:solidFill>
                  <a:srgbClr val="000000"/>
                </a:solidFill>
                <a:latin typeface="Space Grotesk" pitchFamily="2" charset="0"/>
                <a:ea typeface="Space Grotesk"/>
                <a:cs typeface="Space Grotesk" pitchFamily="2" charset="0"/>
                <a:sym typeface="Space Grotesk"/>
              </a:rPr>
              <a:t> 80 2225 0073 </a:t>
            </a:r>
            <a:r>
              <a:rPr lang="en-US" b="1" i="0" u="none" strike="noStrike" cap="none" dirty="0">
                <a:solidFill>
                  <a:srgbClr val="000000"/>
                </a:solidFill>
                <a:latin typeface="Space Grotesk" pitchFamily="2" charset="0"/>
                <a:ea typeface="Space Grotesk"/>
                <a:cs typeface="Space Grotesk" pitchFamily="2" charset="0"/>
                <a:sym typeface="Space Grotesk"/>
              </a:rPr>
              <a:t>/</a:t>
            </a:r>
            <a:r>
              <a:rPr lang="en-US" i="0" u="none" strike="noStrike" cap="none" dirty="0">
                <a:solidFill>
                  <a:srgbClr val="000000"/>
                </a:solidFill>
                <a:latin typeface="Space Grotesk" pitchFamily="2" charset="0"/>
                <a:ea typeface="Space Grotesk"/>
                <a:cs typeface="Space Grotesk" pitchFamily="2" charset="0"/>
                <a:sym typeface="Space Grotesk"/>
              </a:rPr>
              <a:t> 2225 7027		</a:t>
            </a:r>
            <a:r>
              <a:rPr kumimoji="0" lang="en-US" b="1"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CIN:</a:t>
            </a:r>
            <a:r>
              <a:rPr kumimoji="0" lang="en-US"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 U72200KA1999PTC026063</a:t>
            </a:r>
            <a:endParaRPr lang="en-US" i="0" u="none" strike="noStrike" cap="none" dirty="0">
              <a:solidFill>
                <a:srgbClr val="000000"/>
              </a:solidFill>
              <a:latin typeface="Space Grotesk" pitchFamily="2" charset="0"/>
              <a:ea typeface="Space Grotesk"/>
              <a:cs typeface="Space Grotesk" pitchFamily="2" charset="0"/>
              <a:sym typeface="Space Grotesk"/>
            </a:endParaRPr>
          </a:p>
        </p:txBody>
      </p:sp>
      <p:pic>
        <p:nvPicPr>
          <p:cNvPr id="3" name="Graphic 12">
            <a:extLst>
              <a:ext uri="{FF2B5EF4-FFF2-40B4-BE49-F238E27FC236}">
                <a16:creationId xmlns:a16="http://schemas.microsoft.com/office/drawing/2014/main" id="{F65CB9A3-8D3F-BCFC-DA78-F0C5489094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2064" y="529217"/>
            <a:ext cx="2975581" cy="1118608"/>
          </a:xfrm>
          <a:prstGeom prst="rect">
            <a:avLst/>
          </a:prstGeom>
        </p:spPr>
      </p:pic>
      <p:sp>
        <p:nvSpPr>
          <p:cNvPr id="4" name="TextBox 3">
            <a:extLst>
              <a:ext uri="{FF2B5EF4-FFF2-40B4-BE49-F238E27FC236}">
                <a16:creationId xmlns:a16="http://schemas.microsoft.com/office/drawing/2014/main" id="{776DEF1A-9520-7847-C1C6-6E9BDD8ED78D}"/>
              </a:ext>
            </a:extLst>
          </p:cNvPr>
          <p:cNvSpPr txBox="1"/>
          <p:nvPr/>
        </p:nvSpPr>
        <p:spPr>
          <a:xfrm>
            <a:off x="5427015" y="14213826"/>
            <a:ext cx="3970986" cy="338554"/>
          </a:xfrm>
          <a:prstGeom prst="rect">
            <a:avLst/>
          </a:prstGeom>
          <a:noFill/>
        </p:spPr>
        <p:txBody>
          <a:bodyPr wrap="square">
            <a:spAutoFit/>
          </a:bodyPr>
          <a:lstStyle/>
          <a:p>
            <a:pPr lvl="0" algn="r">
              <a:buSzPts val="200"/>
              <a:defRPr/>
            </a:pPr>
            <a:r>
              <a:rPr lang="en-US" sz="1600" b="1" dirty="0">
                <a:latin typeface="Space Grotesk"/>
                <a:ea typeface="Space Grotesk"/>
                <a:cs typeface="Space Grotesk"/>
                <a:sym typeface="Space Grotesk"/>
              </a:rPr>
              <a:t>ariviti.com</a:t>
            </a:r>
          </a:p>
        </p:txBody>
      </p:sp>
      <p:pic>
        <p:nvPicPr>
          <p:cNvPr id="10" name="Graphic 12">
            <a:extLst>
              <a:ext uri="{FF2B5EF4-FFF2-40B4-BE49-F238E27FC236}">
                <a16:creationId xmlns:a16="http://schemas.microsoft.com/office/drawing/2014/main" id="{F454D9DD-F4C3-2426-AE5B-47140CCBDF01}"/>
              </a:ext>
            </a:extLst>
          </p:cNvPr>
          <p:cNvPicPr>
            <a:picLocks noChangeAspect="1"/>
          </p:cNvPicPr>
          <p:nvPr/>
        </p:nvPicPr>
        <p:blipFill>
          <a:blip>
            <a:extLst>
              <a:ext uri="{96DAC541-7B7A-43D3-8B79-37D633B846F1}">
                <asvg:svgBlip xmlns:asvg="http://schemas.microsoft.com/office/drawing/2016/SVG/main" r:embed="rId3"/>
              </a:ext>
            </a:extLst>
          </a:blip>
          <a:srcRect t="33610" r="86544" b="26484"/>
          <a:stretch>
            <a:fillRect/>
          </a:stretch>
        </p:blipFill>
        <p:spPr>
          <a:xfrm flipV="1">
            <a:off x="9104592" y="13063400"/>
            <a:ext cx="2561179" cy="2855512"/>
          </a:xfrm>
          <a:prstGeom prst="rect">
            <a:avLst/>
          </a:prstGeom>
        </p:spPr>
      </p:pic>
    </p:spTree>
    <p:extLst>
      <p:ext uri="{BB962C8B-B14F-4D97-AF65-F5344CB8AC3E}">
        <p14:creationId xmlns:p14="http://schemas.microsoft.com/office/powerpoint/2010/main" val="2927162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
          <a:extLst>
            <a:ext uri="{FF2B5EF4-FFF2-40B4-BE49-F238E27FC236}">
              <a16:creationId xmlns:a16="http://schemas.microsoft.com/office/drawing/2014/main" id="{0A1235CC-71C5-4C70-BF66-10A95CB86DD8}"/>
            </a:ext>
          </a:extLst>
        </p:cNvPr>
        <p:cNvGrpSpPr/>
        <p:nvPr/>
      </p:nvGrpSpPr>
      <p:grpSpPr>
        <a:xfrm>
          <a:off x="0" y="0"/>
          <a:ext cx="0" cy="0"/>
          <a:chOff x="0" y="0"/>
          <a:chExt cx="0" cy="0"/>
        </a:xfrm>
      </p:grpSpPr>
      <p:sp>
        <p:nvSpPr>
          <p:cNvPr id="51" name="Google Shape;51;g3ef76b15dfc_0_0">
            <a:extLst>
              <a:ext uri="{FF2B5EF4-FFF2-40B4-BE49-F238E27FC236}">
                <a16:creationId xmlns:a16="http://schemas.microsoft.com/office/drawing/2014/main" id="{6D3F425B-2125-0704-EC0B-2DC46E775F41}"/>
              </a:ext>
            </a:extLst>
          </p:cNvPr>
          <p:cNvSpPr/>
          <p:nvPr/>
        </p:nvSpPr>
        <p:spPr>
          <a:xfrm>
            <a:off x="-708150" y="1905000"/>
            <a:ext cx="12060600" cy="12050420"/>
          </a:xfrm>
          <a:prstGeom prst="rect">
            <a:avLst/>
          </a:prstGeom>
          <a:noFill/>
          <a:ln w="9525" cap="flat" cmpd="sng">
            <a:solidFill>
              <a:srgbClr val="37389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 name="TextBox 6">
            <a:extLst>
              <a:ext uri="{FF2B5EF4-FFF2-40B4-BE49-F238E27FC236}">
                <a16:creationId xmlns:a16="http://schemas.microsoft.com/office/drawing/2014/main" id="{DF252085-3FA6-B836-9D71-64C251ABACC8}"/>
              </a:ext>
            </a:extLst>
          </p:cNvPr>
          <p:cNvSpPr txBox="1"/>
          <p:nvPr/>
        </p:nvSpPr>
        <p:spPr>
          <a:xfrm>
            <a:off x="4395310" y="1087730"/>
            <a:ext cx="2963805" cy="523220"/>
          </a:xfrm>
          <a:prstGeom prst="rect">
            <a:avLst/>
          </a:prstGeom>
          <a:noFill/>
        </p:spPr>
        <p:txBody>
          <a:bodyPr wrap="square">
            <a:spAutoFit/>
          </a:bodyPr>
          <a:lstStyle/>
          <a:p>
            <a:pPr marL="0" marR="0" lvl="0" indent="0" algn="l" defTabSz="914400" rtl="0" eaLnBrk="1" fontAlgn="auto" latinLnBrk="0" hangingPunct="1">
              <a:spcBef>
                <a:spcPts val="0"/>
              </a:spcBef>
              <a:spcAft>
                <a:spcPts val="0"/>
              </a:spcAft>
              <a:buClr>
                <a:srgbClr val="000000"/>
              </a:buClr>
              <a:buSzPts val="200"/>
              <a:buFont typeface="Arial"/>
              <a:buNone/>
              <a:tabLst/>
              <a:defRPr/>
            </a:pPr>
            <a:r>
              <a:rPr kumimoji="0" lang="en-US"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4, Bellary Road, 12 KM, </a:t>
            </a:r>
          </a:p>
          <a:p>
            <a:pPr marL="0" marR="0" lvl="0" indent="0" algn="l" defTabSz="914400" rtl="0" eaLnBrk="1" fontAlgn="auto" latinLnBrk="0" hangingPunct="1">
              <a:spcBef>
                <a:spcPts val="0"/>
              </a:spcBef>
              <a:spcAft>
                <a:spcPts val="0"/>
              </a:spcAft>
              <a:buClr>
                <a:srgbClr val="000000"/>
              </a:buClr>
              <a:buSzPts val="200"/>
              <a:buFont typeface="Arial"/>
              <a:buNone/>
              <a:tabLst/>
              <a:defRPr/>
            </a:pPr>
            <a:r>
              <a:rPr kumimoji="0" lang="en-US" b="0" i="0" u="none" strike="noStrike" kern="0" cap="none" spc="0" normalizeH="0" baseline="0" noProof="0" dirty="0" err="1">
                <a:ln>
                  <a:noFill/>
                </a:ln>
                <a:solidFill>
                  <a:srgbClr val="000000"/>
                </a:solidFill>
                <a:effectLst/>
                <a:uLnTx/>
                <a:uFillTx/>
                <a:latin typeface="Space Grotesk" pitchFamily="2" charset="0"/>
                <a:ea typeface="Space Grotesk"/>
                <a:cs typeface="Space Grotesk" pitchFamily="2" charset="0"/>
                <a:sym typeface="Space Grotesk"/>
              </a:rPr>
              <a:t>Jakkur</a:t>
            </a:r>
            <a:r>
              <a:rPr kumimoji="0" lang="en-US"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 Bangalore, 560064</a:t>
            </a:r>
          </a:p>
        </p:txBody>
      </p:sp>
      <p:sp>
        <p:nvSpPr>
          <p:cNvPr id="9" name="TextBox 8">
            <a:extLst>
              <a:ext uri="{FF2B5EF4-FFF2-40B4-BE49-F238E27FC236}">
                <a16:creationId xmlns:a16="http://schemas.microsoft.com/office/drawing/2014/main" id="{2BE81C75-E43F-41D1-B9A6-FC4490F6B78A}"/>
              </a:ext>
            </a:extLst>
          </p:cNvPr>
          <p:cNvSpPr txBox="1"/>
          <p:nvPr/>
        </p:nvSpPr>
        <p:spPr>
          <a:xfrm>
            <a:off x="7359115" y="1082575"/>
            <a:ext cx="2434590" cy="523220"/>
          </a:xfrm>
          <a:prstGeom prst="rect">
            <a:avLst/>
          </a:prstGeom>
          <a:noFill/>
        </p:spPr>
        <p:txBody>
          <a:bodyPr wrap="square">
            <a:spAutoFit/>
          </a:bodyPr>
          <a:lstStyle/>
          <a:p>
            <a:pPr lvl="0" algn="r">
              <a:buSzPts val="200"/>
              <a:defRPr/>
            </a:pPr>
            <a:r>
              <a:rPr kumimoji="0" lang="en-US"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business@ariviti.com</a:t>
            </a:r>
          </a:p>
          <a:p>
            <a:pPr marL="0" marR="0" lvl="0" indent="0" algn="r" defTabSz="914400" rtl="0" eaLnBrk="1" fontAlgn="auto" latinLnBrk="0" hangingPunct="1">
              <a:spcAft>
                <a:spcPts val="0"/>
              </a:spcAft>
              <a:buClr>
                <a:srgbClr val="000000"/>
              </a:buClr>
              <a:buSzPts val="200"/>
              <a:buFont typeface="Arial"/>
              <a:buNone/>
              <a:tabLst/>
              <a:defRPr/>
            </a:pPr>
            <a:r>
              <a:rPr kumimoji="0" lang="en-US" sz="1050"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+91  </a:t>
            </a:r>
            <a:r>
              <a:rPr kumimoji="0" lang="en-US"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80 4663 2400</a:t>
            </a:r>
            <a:endParaRPr lang="en-US" sz="1200" dirty="0">
              <a:latin typeface="Space Grotesk" pitchFamily="2" charset="0"/>
              <a:cs typeface="Space Grotesk" pitchFamily="2" charset="0"/>
            </a:endParaRPr>
          </a:p>
        </p:txBody>
      </p:sp>
      <p:sp>
        <p:nvSpPr>
          <p:cNvPr id="11" name="TextBox 10">
            <a:extLst>
              <a:ext uri="{FF2B5EF4-FFF2-40B4-BE49-F238E27FC236}">
                <a16:creationId xmlns:a16="http://schemas.microsoft.com/office/drawing/2014/main" id="{60BEDEF1-0FB6-2CDA-5BD8-1A82B96AD161}"/>
              </a:ext>
            </a:extLst>
          </p:cNvPr>
          <p:cNvSpPr txBox="1"/>
          <p:nvPr/>
        </p:nvSpPr>
        <p:spPr>
          <a:xfrm>
            <a:off x="4395311" y="551994"/>
            <a:ext cx="5538467" cy="461665"/>
          </a:xfrm>
          <a:prstGeom prst="rect">
            <a:avLst/>
          </a:prstGeom>
          <a:noFill/>
        </p:spPr>
        <p:txBody>
          <a:bodyPr wrap="square">
            <a:spAutoFit/>
          </a:bodyPr>
          <a:lstStyle/>
          <a:p>
            <a:pPr marL="0" marR="0" lvl="0" indent="0" algn="l" defTabSz="914400" rtl="0" eaLnBrk="1" fontAlgn="auto" latinLnBrk="0" hangingPunct="1">
              <a:spcBef>
                <a:spcPts val="0"/>
              </a:spcBef>
              <a:spcAft>
                <a:spcPts val="0"/>
              </a:spcAft>
              <a:buClr>
                <a:srgbClr val="000000"/>
              </a:buClr>
              <a:buSzPts val="200"/>
              <a:buFont typeface="Arial"/>
              <a:buNone/>
              <a:tabLst/>
              <a:defRPr/>
            </a:pPr>
            <a:r>
              <a:rPr kumimoji="0" lang="en-US" sz="2400" b="1" i="0" u="none" strike="noStrike" kern="0" cap="none" spc="0" normalizeH="0" baseline="0" noProof="0" dirty="0">
                <a:ln>
                  <a:noFill/>
                </a:ln>
                <a:solidFill>
                  <a:srgbClr val="000000"/>
                </a:solidFill>
                <a:effectLst/>
                <a:uLnTx/>
                <a:uFillTx/>
                <a:latin typeface="Space Grotesk"/>
                <a:ea typeface="Space Grotesk"/>
                <a:cs typeface="Space Grotesk"/>
                <a:sym typeface="Space Grotesk"/>
              </a:rPr>
              <a:t>Ariviti Technologies Private Limited</a:t>
            </a:r>
          </a:p>
        </p:txBody>
      </p:sp>
      <p:cxnSp>
        <p:nvCxnSpPr>
          <p:cNvPr id="17" name="Straight Connector 16">
            <a:extLst>
              <a:ext uri="{FF2B5EF4-FFF2-40B4-BE49-F238E27FC236}">
                <a16:creationId xmlns:a16="http://schemas.microsoft.com/office/drawing/2014/main" id="{5733EC0E-E24C-1FD6-B6D4-4995326F9CFF}"/>
              </a:ext>
            </a:extLst>
          </p:cNvPr>
          <p:cNvCxnSpPr>
            <a:cxnSpLocks/>
          </p:cNvCxnSpPr>
          <p:nvPr/>
        </p:nvCxnSpPr>
        <p:spPr>
          <a:xfrm>
            <a:off x="4162425" y="568260"/>
            <a:ext cx="0" cy="1336741"/>
          </a:xfrm>
          <a:prstGeom prst="line">
            <a:avLst/>
          </a:prstGeom>
          <a:ln w="9525">
            <a:solidFill>
              <a:srgbClr val="37389F"/>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E64F634-EED6-AF90-9AFA-1CDF10BC115A}"/>
              </a:ext>
            </a:extLst>
          </p:cNvPr>
          <p:cNvSpPr txBox="1"/>
          <p:nvPr/>
        </p:nvSpPr>
        <p:spPr>
          <a:xfrm>
            <a:off x="5427015" y="14213826"/>
            <a:ext cx="3970986" cy="338554"/>
          </a:xfrm>
          <a:prstGeom prst="rect">
            <a:avLst/>
          </a:prstGeom>
          <a:noFill/>
        </p:spPr>
        <p:txBody>
          <a:bodyPr wrap="square">
            <a:spAutoFit/>
          </a:bodyPr>
          <a:lstStyle/>
          <a:p>
            <a:pPr lvl="0" algn="r">
              <a:buSzPts val="200"/>
              <a:defRPr/>
            </a:pPr>
            <a:r>
              <a:rPr lang="en-US" sz="1600" b="1" dirty="0">
                <a:latin typeface="Space Grotesk"/>
                <a:ea typeface="Space Grotesk"/>
                <a:cs typeface="Space Grotesk"/>
                <a:sym typeface="Space Grotesk"/>
              </a:rPr>
              <a:t>ariviti.com</a:t>
            </a:r>
          </a:p>
        </p:txBody>
      </p:sp>
      <p:sp>
        <p:nvSpPr>
          <p:cNvPr id="8" name="TextBox 7">
            <a:extLst>
              <a:ext uri="{FF2B5EF4-FFF2-40B4-BE49-F238E27FC236}">
                <a16:creationId xmlns:a16="http://schemas.microsoft.com/office/drawing/2014/main" id="{590DDE94-AEDF-4793-862C-E3B9EE9C49FE}"/>
              </a:ext>
            </a:extLst>
          </p:cNvPr>
          <p:cNvSpPr txBox="1"/>
          <p:nvPr/>
        </p:nvSpPr>
        <p:spPr>
          <a:xfrm>
            <a:off x="762833" y="14121493"/>
            <a:ext cx="7222928" cy="523220"/>
          </a:xfrm>
          <a:prstGeom prst="rect">
            <a:avLst/>
          </a:prstGeom>
          <a:noFill/>
        </p:spPr>
        <p:txBody>
          <a:bodyPr wrap="square">
            <a:spAutoFit/>
          </a:bodyPr>
          <a:lstStyle/>
          <a:p>
            <a:pPr marL="0" marR="0" lvl="0" indent="0" algn="l" rtl="0">
              <a:spcBef>
                <a:spcPts val="0"/>
              </a:spcBef>
              <a:spcAft>
                <a:spcPts val="0"/>
              </a:spcAft>
              <a:buClr>
                <a:schemeClr val="dk1"/>
              </a:buClr>
              <a:buSzPts val="200"/>
              <a:buFont typeface="Arial"/>
              <a:buNone/>
            </a:pPr>
            <a:r>
              <a:rPr lang="en-US" b="1" i="0" u="none" strike="noStrike" cap="none" dirty="0">
                <a:solidFill>
                  <a:srgbClr val="000000"/>
                </a:solidFill>
                <a:latin typeface="Space Grotesk" pitchFamily="2" charset="0"/>
                <a:ea typeface="Space Grotesk"/>
                <a:cs typeface="Space Grotesk" pitchFamily="2" charset="0"/>
                <a:sym typeface="Space Grotesk"/>
              </a:rPr>
              <a:t>Registered Office:</a:t>
            </a:r>
            <a:r>
              <a:rPr lang="en-US" i="0" u="none" strike="noStrike" cap="none" dirty="0">
                <a:solidFill>
                  <a:srgbClr val="000000"/>
                </a:solidFill>
                <a:latin typeface="Space Grotesk" pitchFamily="2" charset="0"/>
                <a:ea typeface="Space Grotesk"/>
                <a:cs typeface="Space Grotesk" pitchFamily="2" charset="0"/>
                <a:sym typeface="Space Grotesk"/>
              </a:rPr>
              <a:t> </a:t>
            </a:r>
            <a:r>
              <a:rPr kumimoji="0" lang="en-US"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G5, Swiss Complex, 33 Racecourse road, Bangalore, 560001</a:t>
            </a:r>
          </a:p>
          <a:p>
            <a:pPr marL="0" marR="0" lvl="0" indent="0" algn="l" rtl="0">
              <a:spcBef>
                <a:spcPts val="0"/>
              </a:spcBef>
              <a:spcAft>
                <a:spcPts val="0"/>
              </a:spcAft>
              <a:buClr>
                <a:schemeClr val="dk1"/>
              </a:buClr>
              <a:buSzPts val="200"/>
              <a:buFont typeface="Arial"/>
              <a:buNone/>
            </a:pPr>
            <a:r>
              <a:rPr kumimoji="0" lang="en-US" sz="1050"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+91</a:t>
            </a:r>
            <a:r>
              <a:rPr lang="en-US" i="0" u="none" strike="noStrike" cap="none" dirty="0">
                <a:solidFill>
                  <a:srgbClr val="000000"/>
                </a:solidFill>
                <a:latin typeface="Space Grotesk" pitchFamily="2" charset="0"/>
                <a:ea typeface="Space Grotesk"/>
                <a:cs typeface="Space Grotesk" pitchFamily="2" charset="0"/>
                <a:sym typeface="Space Grotesk"/>
              </a:rPr>
              <a:t> 80 2225 0073 </a:t>
            </a:r>
            <a:r>
              <a:rPr lang="en-US" b="1" i="0" u="none" strike="noStrike" cap="none" dirty="0">
                <a:solidFill>
                  <a:srgbClr val="000000"/>
                </a:solidFill>
                <a:latin typeface="Space Grotesk" pitchFamily="2" charset="0"/>
                <a:ea typeface="Space Grotesk"/>
                <a:cs typeface="Space Grotesk" pitchFamily="2" charset="0"/>
                <a:sym typeface="Space Grotesk"/>
              </a:rPr>
              <a:t>/</a:t>
            </a:r>
            <a:r>
              <a:rPr lang="en-US" i="0" u="none" strike="noStrike" cap="none" dirty="0">
                <a:solidFill>
                  <a:srgbClr val="000000"/>
                </a:solidFill>
                <a:latin typeface="Space Grotesk" pitchFamily="2" charset="0"/>
                <a:ea typeface="Space Grotesk"/>
                <a:cs typeface="Space Grotesk" pitchFamily="2" charset="0"/>
                <a:sym typeface="Space Grotesk"/>
              </a:rPr>
              <a:t> 2225 7027		</a:t>
            </a:r>
            <a:r>
              <a:rPr kumimoji="0" lang="en-US" b="1"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CIN:</a:t>
            </a:r>
            <a:r>
              <a:rPr kumimoji="0" lang="en-US" b="0" i="0" u="none" strike="noStrike" kern="0" cap="none" spc="0" normalizeH="0" baseline="0" noProof="0" dirty="0">
                <a:ln>
                  <a:noFill/>
                </a:ln>
                <a:solidFill>
                  <a:srgbClr val="000000"/>
                </a:solidFill>
                <a:effectLst/>
                <a:uLnTx/>
                <a:uFillTx/>
                <a:latin typeface="Space Grotesk" pitchFamily="2" charset="0"/>
                <a:ea typeface="Space Grotesk"/>
                <a:cs typeface="Space Grotesk" pitchFamily="2" charset="0"/>
                <a:sym typeface="Space Grotesk"/>
              </a:rPr>
              <a:t> U72200KA1999PTC026063</a:t>
            </a:r>
            <a:endParaRPr lang="en-US" i="0" u="none" strike="noStrike" cap="none" dirty="0">
              <a:solidFill>
                <a:srgbClr val="000000"/>
              </a:solidFill>
              <a:latin typeface="Space Grotesk" pitchFamily="2" charset="0"/>
              <a:ea typeface="Space Grotesk"/>
              <a:cs typeface="Space Grotesk" pitchFamily="2" charset="0"/>
              <a:sym typeface="Space Grotesk"/>
            </a:endParaRPr>
          </a:p>
        </p:txBody>
      </p:sp>
      <p:pic>
        <p:nvPicPr>
          <p:cNvPr id="3" name="Graphic 12">
            <a:extLst>
              <a:ext uri="{FF2B5EF4-FFF2-40B4-BE49-F238E27FC236}">
                <a16:creationId xmlns:a16="http://schemas.microsoft.com/office/drawing/2014/main" id="{2BC4C040-FCFD-79B5-7550-8447C7B8AB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2064" y="529217"/>
            <a:ext cx="2975581" cy="1118608"/>
          </a:xfrm>
          <a:prstGeom prst="rect">
            <a:avLst/>
          </a:prstGeom>
        </p:spPr>
      </p:pic>
      <p:pic>
        <p:nvPicPr>
          <p:cNvPr id="4" name="Graphic 12">
            <a:extLst>
              <a:ext uri="{FF2B5EF4-FFF2-40B4-BE49-F238E27FC236}">
                <a16:creationId xmlns:a16="http://schemas.microsoft.com/office/drawing/2014/main" id="{96B5B51C-EC0D-59CD-FC08-532A333AB67B}"/>
              </a:ext>
            </a:extLst>
          </p:cNvPr>
          <p:cNvPicPr>
            <a:picLocks noChangeAspect="1"/>
          </p:cNvPicPr>
          <p:nvPr/>
        </p:nvPicPr>
        <p:blipFill>
          <a:blip>
            <a:extLst>
              <a:ext uri="{96DAC541-7B7A-43D3-8B79-37D633B846F1}">
                <asvg:svgBlip xmlns:asvg="http://schemas.microsoft.com/office/drawing/2016/SVG/main" r:embed="rId3"/>
              </a:ext>
            </a:extLst>
          </a:blip>
          <a:srcRect t="33610" r="86544" b="26484"/>
          <a:stretch>
            <a:fillRect/>
          </a:stretch>
        </p:blipFill>
        <p:spPr>
          <a:xfrm flipV="1">
            <a:off x="9104592" y="13063400"/>
            <a:ext cx="2561179" cy="2855512"/>
          </a:xfrm>
          <a:prstGeom prst="rect">
            <a:avLst/>
          </a:prstGeom>
        </p:spPr>
      </p:pic>
    </p:spTree>
    <p:extLst>
      <p:ext uri="{BB962C8B-B14F-4D97-AF65-F5344CB8AC3E}">
        <p14:creationId xmlns:p14="http://schemas.microsoft.com/office/powerpoint/2010/main" val="383087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
          <a:extLst>
            <a:ext uri="{FF2B5EF4-FFF2-40B4-BE49-F238E27FC236}">
              <a16:creationId xmlns:a16="http://schemas.microsoft.com/office/drawing/2014/main" id="{119CD95B-B8C0-E459-6805-97E9B49B1AEB}"/>
            </a:ext>
          </a:extLst>
        </p:cNvPr>
        <p:cNvGrpSpPr/>
        <p:nvPr/>
      </p:nvGrpSpPr>
      <p:grpSpPr>
        <a:xfrm>
          <a:off x="0" y="0"/>
          <a:ext cx="0" cy="0"/>
          <a:chOff x="0" y="0"/>
          <a:chExt cx="0" cy="0"/>
        </a:xfrm>
      </p:grpSpPr>
      <p:sp>
        <p:nvSpPr>
          <p:cNvPr id="51" name="Google Shape;51;g3ef76b15dfc_0_0">
            <a:extLst>
              <a:ext uri="{FF2B5EF4-FFF2-40B4-BE49-F238E27FC236}">
                <a16:creationId xmlns:a16="http://schemas.microsoft.com/office/drawing/2014/main" id="{67A0A751-D8E5-11C9-53C5-266FBE64FE82}"/>
              </a:ext>
            </a:extLst>
          </p:cNvPr>
          <p:cNvSpPr/>
          <p:nvPr/>
        </p:nvSpPr>
        <p:spPr>
          <a:xfrm>
            <a:off x="-708150" y="1939325"/>
            <a:ext cx="12060600" cy="12004800"/>
          </a:xfrm>
          <a:prstGeom prst="rect">
            <a:avLst/>
          </a:prstGeom>
          <a:noFill/>
          <a:ln w="9525" cap="flat" cmpd="sng">
            <a:solidFill>
              <a:srgbClr val="2A207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g3ef76b15dfc_0_0">
            <a:extLst>
              <a:ext uri="{FF2B5EF4-FFF2-40B4-BE49-F238E27FC236}">
                <a16:creationId xmlns:a16="http://schemas.microsoft.com/office/drawing/2014/main" id="{D5F14E27-72C3-9DC2-6683-01241C957104}"/>
              </a:ext>
            </a:extLst>
          </p:cNvPr>
          <p:cNvSpPr txBox="1"/>
          <p:nvPr/>
        </p:nvSpPr>
        <p:spPr>
          <a:xfrm>
            <a:off x="4097527" y="381725"/>
            <a:ext cx="6594600" cy="1557600"/>
          </a:xfrm>
          <a:prstGeom prst="rect">
            <a:avLst/>
          </a:prstGeom>
          <a:noFill/>
          <a:ln>
            <a:noFill/>
          </a:ln>
        </p:spPr>
        <p:txBody>
          <a:bodyPr spcFirstLastPara="1" wrap="square" lIns="451125" tIns="451125" rIns="451125" bIns="451125" anchor="ctr" anchorCtr="0">
            <a:noAutofit/>
          </a:bodyPr>
          <a:lstStyle/>
          <a:p>
            <a:pPr marL="0" marR="0" lvl="0" indent="0" algn="l" rtl="0">
              <a:lnSpc>
                <a:spcPct val="115000"/>
              </a:lnSpc>
              <a:spcBef>
                <a:spcPts val="0"/>
              </a:spcBef>
              <a:spcAft>
                <a:spcPts val="0"/>
              </a:spcAft>
              <a:buClr>
                <a:schemeClr val="dk1"/>
              </a:buClr>
              <a:buSzPts val="200"/>
              <a:buFont typeface="Arial"/>
              <a:buNone/>
            </a:pPr>
            <a:r>
              <a:rPr lang="en" sz="2200" b="1">
                <a:latin typeface="Space Grotesk"/>
                <a:ea typeface="Space Grotesk"/>
                <a:cs typeface="Space Grotesk"/>
                <a:sym typeface="Space Grotesk"/>
              </a:rPr>
              <a:t>Ariviti Technologies</a:t>
            </a:r>
            <a:r>
              <a:rPr lang="en" sz="2200" b="1" i="0" u="none" strike="noStrike" cap="none">
                <a:solidFill>
                  <a:srgbClr val="000000"/>
                </a:solidFill>
                <a:latin typeface="Space Grotesk"/>
                <a:ea typeface="Space Grotesk"/>
                <a:cs typeface="Space Grotesk"/>
                <a:sym typeface="Space Grotesk"/>
              </a:rPr>
              <a:t> Private Limited</a:t>
            </a:r>
            <a:endParaRPr sz="2200" b="1" i="0" u="none" strike="noStrike" cap="none">
              <a:solidFill>
                <a:srgbClr val="000000"/>
              </a:solidFill>
              <a:latin typeface="Space Grotesk"/>
              <a:ea typeface="Space Grotesk"/>
              <a:cs typeface="Space Grotesk"/>
              <a:sym typeface="Space Grotesk"/>
            </a:endParaRPr>
          </a:p>
          <a:p>
            <a:pPr marL="0" marR="0" lvl="0" indent="0" algn="l" rtl="0">
              <a:lnSpc>
                <a:spcPct val="115000"/>
              </a:lnSpc>
              <a:spcBef>
                <a:spcPts val="0"/>
              </a:spcBef>
              <a:spcAft>
                <a:spcPts val="0"/>
              </a:spcAft>
              <a:buClr>
                <a:schemeClr val="dk1"/>
              </a:buClr>
              <a:buSzPts val="200"/>
              <a:buFont typeface="Arial"/>
              <a:buNone/>
            </a:pPr>
            <a:r>
              <a:rPr lang="en" sz="1400" i="0" u="none" strike="noStrike" cap="none">
                <a:solidFill>
                  <a:srgbClr val="000000"/>
                </a:solidFill>
                <a:latin typeface="Space Grotesk"/>
                <a:ea typeface="Space Grotesk"/>
                <a:cs typeface="Space Grotesk"/>
                <a:sym typeface="Space Grotesk"/>
              </a:rPr>
              <a:t>G5, Swiss Complex, 33 Racecourse road, Bangalore, India. 560001</a:t>
            </a:r>
            <a:endParaRPr sz="1400" i="0" u="none" strike="noStrike" cap="none">
              <a:solidFill>
                <a:srgbClr val="000000"/>
              </a:solidFill>
              <a:latin typeface="Space Grotesk"/>
              <a:ea typeface="Space Grotesk"/>
              <a:cs typeface="Space Grotesk"/>
              <a:sym typeface="Space Grotesk"/>
            </a:endParaRPr>
          </a:p>
          <a:p>
            <a:pPr marL="0" marR="0" lvl="0" indent="0" algn="l" rtl="0">
              <a:lnSpc>
                <a:spcPct val="115000"/>
              </a:lnSpc>
              <a:spcBef>
                <a:spcPts val="1000"/>
              </a:spcBef>
              <a:spcAft>
                <a:spcPts val="0"/>
              </a:spcAft>
              <a:buClr>
                <a:schemeClr val="dk1"/>
              </a:buClr>
              <a:buSzPts val="200"/>
              <a:buFont typeface="Arial"/>
              <a:buNone/>
            </a:pPr>
            <a:r>
              <a:rPr lang="en" sz="1600" i="0" u="none" strike="noStrike" cap="none">
                <a:solidFill>
                  <a:srgbClr val="000000"/>
                </a:solidFill>
                <a:latin typeface="Space Grotesk"/>
                <a:ea typeface="Space Grotesk"/>
                <a:cs typeface="Space Grotesk"/>
                <a:sym typeface="Space Grotesk"/>
              </a:rPr>
              <a:t>      +91 80 4663 2400	            </a:t>
            </a:r>
            <a:endParaRPr sz="1600" i="0" u="none" strike="noStrike" cap="none">
              <a:solidFill>
                <a:srgbClr val="000000"/>
              </a:solidFill>
              <a:latin typeface="Space Grotesk"/>
              <a:ea typeface="Space Grotesk"/>
              <a:cs typeface="Space Grotesk"/>
              <a:sym typeface="Space Grotesk"/>
            </a:endParaRPr>
          </a:p>
          <a:p>
            <a:pPr marL="0" marR="0" lvl="0" indent="0" algn="l" rtl="0">
              <a:lnSpc>
                <a:spcPct val="115000"/>
              </a:lnSpc>
              <a:spcBef>
                <a:spcPts val="0"/>
              </a:spcBef>
              <a:spcAft>
                <a:spcPts val="0"/>
              </a:spcAft>
              <a:buClr>
                <a:schemeClr val="dk1"/>
              </a:buClr>
              <a:buSzPts val="200"/>
              <a:buFont typeface="Arial"/>
              <a:buNone/>
            </a:pPr>
            <a:r>
              <a:rPr lang="en" sz="1600" i="0" u="none" strike="noStrike" cap="none">
                <a:solidFill>
                  <a:srgbClr val="000000"/>
                </a:solidFill>
                <a:latin typeface="Space Grotesk"/>
                <a:ea typeface="Space Grotesk"/>
                <a:cs typeface="Space Grotesk"/>
                <a:sym typeface="Space Grotesk"/>
              </a:rPr>
              <a:t>      business@</a:t>
            </a:r>
            <a:r>
              <a:rPr lang="en" sz="1600">
                <a:latin typeface="Space Grotesk"/>
                <a:ea typeface="Space Grotesk"/>
                <a:cs typeface="Space Grotesk"/>
                <a:sym typeface="Space Grotesk"/>
              </a:rPr>
              <a:t>ariviti.com</a:t>
            </a:r>
            <a:r>
              <a:rPr lang="en" sz="1600" i="0" u="none" strike="noStrike" cap="none">
                <a:solidFill>
                  <a:srgbClr val="000000"/>
                </a:solidFill>
                <a:latin typeface="Space Grotesk"/>
                <a:ea typeface="Space Grotesk"/>
                <a:cs typeface="Space Grotesk"/>
                <a:sym typeface="Space Grotesk"/>
              </a:rPr>
              <a:t> 	    </a:t>
            </a:r>
            <a:r>
              <a:rPr lang="en" sz="1600">
                <a:latin typeface="Space Grotesk"/>
                <a:ea typeface="Space Grotesk"/>
                <a:cs typeface="Space Grotesk"/>
                <a:sym typeface="Space Grotesk"/>
              </a:rPr>
              <a:t>ariviti.com</a:t>
            </a:r>
            <a:endParaRPr sz="1600" i="0" u="none" strike="noStrike" cap="none">
              <a:solidFill>
                <a:srgbClr val="000000"/>
              </a:solidFill>
              <a:latin typeface="Space Grotesk"/>
              <a:ea typeface="Space Grotesk"/>
              <a:cs typeface="Space Grotesk"/>
              <a:sym typeface="Space Grotesk"/>
            </a:endParaRPr>
          </a:p>
        </p:txBody>
      </p:sp>
      <p:pic>
        <p:nvPicPr>
          <p:cNvPr id="53" name="Google Shape;53;g3ef76b15dfc_0_0">
            <a:extLst>
              <a:ext uri="{FF2B5EF4-FFF2-40B4-BE49-F238E27FC236}">
                <a16:creationId xmlns:a16="http://schemas.microsoft.com/office/drawing/2014/main" id="{5EE6BFD4-9B53-AEFE-D5C5-60EF45195AB0}"/>
              </a:ext>
            </a:extLst>
          </p:cNvPr>
          <p:cNvPicPr preferRelativeResize="0"/>
          <p:nvPr/>
        </p:nvPicPr>
        <p:blipFill rotWithShape="1">
          <a:blip r:embed="rId3">
            <a:alphaModFix/>
          </a:blip>
          <a:srcRect/>
          <a:stretch/>
        </p:blipFill>
        <p:spPr>
          <a:xfrm>
            <a:off x="4565362" y="1298275"/>
            <a:ext cx="185524" cy="185524"/>
          </a:xfrm>
          <a:prstGeom prst="rect">
            <a:avLst/>
          </a:prstGeom>
          <a:noFill/>
          <a:ln>
            <a:noFill/>
          </a:ln>
        </p:spPr>
      </p:pic>
      <p:pic>
        <p:nvPicPr>
          <p:cNvPr id="54" name="Google Shape;54;g3ef76b15dfc_0_0">
            <a:extLst>
              <a:ext uri="{FF2B5EF4-FFF2-40B4-BE49-F238E27FC236}">
                <a16:creationId xmlns:a16="http://schemas.microsoft.com/office/drawing/2014/main" id="{AD190323-63D3-C493-3A2E-E2376A38F30B}"/>
              </a:ext>
            </a:extLst>
          </p:cNvPr>
          <p:cNvPicPr preferRelativeResize="0"/>
          <p:nvPr/>
        </p:nvPicPr>
        <p:blipFill rotWithShape="1">
          <a:blip r:embed="rId4">
            <a:alphaModFix/>
          </a:blip>
          <a:srcRect l="7679" t="15475" r="7287" b="15191"/>
          <a:stretch/>
        </p:blipFill>
        <p:spPr>
          <a:xfrm>
            <a:off x="4565362" y="1616146"/>
            <a:ext cx="185525" cy="151278"/>
          </a:xfrm>
          <a:prstGeom prst="rect">
            <a:avLst/>
          </a:prstGeom>
          <a:noFill/>
          <a:ln>
            <a:noFill/>
          </a:ln>
        </p:spPr>
      </p:pic>
      <p:pic>
        <p:nvPicPr>
          <p:cNvPr id="55" name="Google Shape;55;g3ef76b15dfc_0_0">
            <a:extLst>
              <a:ext uri="{FF2B5EF4-FFF2-40B4-BE49-F238E27FC236}">
                <a16:creationId xmlns:a16="http://schemas.microsoft.com/office/drawing/2014/main" id="{F115978E-8F9F-7BB0-000F-8F8AB0A0529E}"/>
              </a:ext>
            </a:extLst>
          </p:cNvPr>
          <p:cNvPicPr preferRelativeResize="0"/>
          <p:nvPr/>
        </p:nvPicPr>
        <p:blipFill rotWithShape="1">
          <a:blip r:embed="rId5">
            <a:alphaModFix/>
          </a:blip>
          <a:srcRect/>
          <a:stretch/>
        </p:blipFill>
        <p:spPr>
          <a:xfrm>
            <a:off x="7225212" y="1616146"/>
            <a:ext cx="151276" cy="151276"/>
          </a:xfrm>
          <a:prstGeom prst="rect">
            <a:avLst/>
          </a:prstGeom>
          <a:noFill/>
          <a:ln>
            <a:noFill/>
          </a:ln>
        </p:spPr>
      </p:pic>
      <p:sp>
        <p:nvSpPr>
          <p:cNvPr id="56" name="Google Shape;56;g3ef76b15dfc_0_0">
            <a:extLst>
              <a:ext uri="{FF2B5EF4-FFF2-40B4-BE49-F238E27FC236}">
                <a16:creationId xmlns:a16="http://schemas.microsoft.com/office/drawing/2014/main" id="{5003769D-A093-9115-024B-26937C990C56}"/>
              </a:ext>
            </a:extLst>
          </p:cNvPr>
          <p:cNvSpPr txBox="1"/>
          <p:nvPr/>
        </p:nvSpPr>
        <p:spPr>
          <a:xfrm>
            <a:off x="336550" y="13944125"/>
            <a:ext cx="9528600" cy="1101600"/>
          </a:xfrm>
          <a:prstGeom prst="rect">
            <a:avLst/>
          </a:prstGeom>
          <a:noFill/>
          <a:ln>
            <a:noFill/>
          </a:ln>
        </p:spPr>
        <p:txBody>
          <a:bodyPr spcFirstLastPara="1" wrap="square" lIns="451125" tIns="451125" rIns="451125" bIns="451125" anchor="ctr" anchorCtr="0">
            <a:noAutofit/>
          </a:bodyPr>
          <a:lstStyle/>
          <a:p>
            <a:pPr marL="0" marR="0" lvl="0" indent="0" algn="l" rtl="0">
              <a:lnSpc>
                <a:spcPct val="115000"/>
              </a:lnSpc>
              <a:spcBef>
                <a:spcPts val="0"/>
              </a:spcBef>
              <a:spcAft>
                <a:spcPts val="0"/>
              </a:spcAft>
              <a:buClr>
                <a:schemeClr val="dk1"/>
              </a:buClr>
              <a:buSzPts val="200"/>
              <a:buFont typeface="Arial"/>
              <a:buNone/>
            </a:pPr>
            <a:r>
              <a:rPr lang="en" sz="1400" b="1" i="0" u="none" strike="noStrike" cap="none">
                <a:solidFill>
                  <a:srgbClr val="000000"/>
                </a:solidFill>
                <a:latin typeface="Space Grotesk"/>
                <a:ea typeface="Space Grotesk"/>
                <a:cs typeface="Space Grotesk"/>
                <a:sym typeface="Space Grotesk"/>
              </a:rPr>
              <a:t>Registered office:</a:t>
            </a:r>
            <a:r>
              <a:rPr lang="en" sz="1400" i="0" u="none" strike="noStrike" cap="none">
                <a:solidFill>
                  <a:srgbClr val="000000"/>
                </a:solidFill>
                <a:latin typeface="Space Grotesk"/>
                <a:ea typeface="Space Grotesk"/>
                <a:cs typeface="Space Grotesk"/>
                <a:sym typeface="Space Grotesk"/>
              </a:rPr>
              <a:t> G5, Swiss Complex, 33 Racecourse road, Bangalore, India. 560001</a:t>
            </a:r>
            <a:endParaRPr sz="1400" i="0" u="none" strike="noStrike" cap="none">
              <a:solidFill>
                <a:srgbClr val="000000"/>
              </a:solidFill>
              <a:latin typeface="Space Grotesk"/>
              <a:ea typeface="Space Grotesk"/>
              <a:cs typeface="Space Grotesk"/>
              <a:sym typeface="Space Grotesk"/>
            </a:endParaRPr>
          </a:p>
          <a:p>
            <a:pPr marL="0" marR="0" lvl="0" indent="0" algn="l" rtl="0">
              <a:lnSpc>
                <a:spcPct val="115000"/>
              </a:lnSpc>
              <a:spcBef>
                <a:spcPts val="0"/>
              </a:spcBef>
              <a:spcAft>
                <a:spcPts val="0"/>
              </a:spcAft>
              <a:buClr>
                <a:schemeClr val="dk1"/>
              </a:buClr>
              <a:buSzPts val="200"/>
              <a:buFont typeface="Arial"/>
              <a:buNone/>
            </a:pPr>
            <a:r>
              <a:rPr lang="en" sz="1400" i="0" u="none" strike="noStrike" cap="none">
                <a:solidFill>
                  <a:srgbClr val="000000"/>
                </a:solidFill>
                <a:latin typeface="Space Grotesk"/>
                <a:ea typeface="Space Grotesk"/>
                <a:cs typeface="Space Grotesk"/>
                <a:sym typeface="Space Grotesk"/>
              </a:rPr>
              <a:t>     +91 80 2225 0073 </a:t>
            </a:r>
            <a:r>
              <a:rPr lang="en" sz="1400" b="1" i="0" u="none" strike="noStrike" cap="none">
                <a:solidFill>
                  <a:srgbClr val="000000"/>
                </a:solidFill>
                <a:latin typeface="Space Grotesk"/>
                <a:ea typeface="Space Grotesk"/>
                <a:cs typeface="Space Grotesk"/>
                <a:sym typeface="Space Grotesk"/>
              </a:rPr>
              <a:t>/</a:t>
            </a:r>
            <a:r>
              <a:rPr lang="en" sz="1400" i="0" u="none" strike="noStrike" cap="none">
                <a:solidFill>
                  <a:srgbClr val="000000"/>
                </a:solidFill>
                <a:latin typeface="Space Grotesk"/>
                <a:ea typeface="Space Grotesk"/>
                <a:cs typeface="Space Grotesk"/>
                <a:sym typeface="Space Grotesk"/>
              </a:rPr>
              <a:t> 2225 7027	         	</a:t>
            </a:r>
            <a:r>
              <a:rPr lang="en" sz="1400" b="1" i="0" u="none" strike="noStrike" cap="none">
                <a:solidFill>
                  <a:schemeClr val="dk1"/>
                </a:solidFill>
                <a:latin typeface="Space Grotesk"/>
                <a:ea typeface="Space Grotesk"/>
                <a:cs typeface="Space Grotesk"/>
                <a:sym typeface="Space Grotesk"/>
              </a:rPr>
              <a:t>CIN:</a:t>
            </a:r>
            <a:r>
              <a:rPr lang="en" sz="1400" i="0" u="none" strike="noStrike" cap="none">
                <a:solidFill>
                  <a:schemeClr val="dk1"/>
                </a:solidFill>
                <a:latin typeface="Space Grotesk"/>
                <a:ea typeface="Space Grotesk"/>
                <a:cs typeface="Space Grotesk"/>
                <a:sym typeface="Space Grotesk"/>
              </a:rPr>
              <a:t> U72200KA1999PTC026063</a:t>
            </a:r>
            <a:endParaRPr sz="1400" i="0" u="none" strike="noStrike" cap="none">
              <a:solidFill>
                <a:srgbClr val="000000"/>
              </a:solidFill>
              <a:latin typeface="Space Grotesk"/>
              <a:ea typeface="Space Grotesk"/>
              <a:cs typeface="Space Grotesk"/>
              <a:sym typeface="Space Grotesk"/>
            </a:endParaRPr>
          </a:p>
        </p:txBody>
      </p:sp>
      <p:pic>
        <p:nvPicPr>
          <p:cNvPr id="57" name="Google Shape;57;g3ef76b15dfc_0_0">
            <a:extLst>
              <a:ext uri="{FF2B5EF4-FFF2-40B4-BE49-F238E27FC236}">
                <a16:creationId xmlns:a16="http://schemas.microsoft.com/office/drawing/2014/main" id="{ADCEB6F1-5BFB-C976-EE4F-1712A9969B3B}"/>
              </a:ext>
            </a:extLst>
          </p:cNvPr>
          <p:cNvPicPr preferRelativeResize="0"/>
          <p:nvPr/>
        </p:nvPicPr>
        <p:blipFill rotWithShape="1">
          <a:blip r:embed="rId3">
            <a:alphaModFix/>
          </a:blip>
          <a:srcRect/>
          <a:stretch/>
        </p:blipFill>
        <p:spPr>
          <a:xfrm>
            <a:off x="793750" y="14515611"/>
            <a:ext cx="185524" cy="185524"/>
          </a:xfrm>
          <a:prstGeom prst="rect">
            <a:avLst/>
          </a:prstGeom>
          <a:noFill/>
          <a:ln>
            <a:noFill/>
          </a:ln>
        </p:spPr>
      </p:pic>
      <p:sp>
        <p:nvSpPr>
          <p:cNvPr id="58" name="Google Shape;58;g3ef76b15dfc_0_0">
            <a:extLst>
              <a:ext uri="{FF2B5EF4-FFF2-40B4-BE49-F238E27FC236}">
                <a16:creationId xmlns:a16="http://schemas.microsoft.com/office/drawing/2014/main" id="{DA0E3CF1-6871-58DB-0286-13FA07A532E6}"/>
              </a:ext>
            </a:extLst>
          </p:cNvPr>
          <p:cNvSpPr txBox="1"/>
          <p:nvPr/>
        </p:nvSpPr>
        <p:spPr>
          <a:xfrm>
            <a:off x="897250" y="311364"/>
            <a:ext cx="3409800" cy="1293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7200" b="1">
                <a:solidFill>
                  <a:srgbClr val="A68110"/>
                </a:solidFill>
                <a:latin typeface="Plus Jakarta Sans"/>
                <a:ea typeface="Plus Jakarta Sans"/>
                <a:cs typeface="Plus Jakarta Sans"/>
                <a:sym typeface="Plus Jakarta Sans"/>
              </a:rPr>
              <a:t>ARIVITI</a:t>
            </a:r>
            <a:endParaRPr sz="7200" b="1">
              <a:solidFill>
                <a:srgbClr val="A68110"/>
              </a:solidFill>
              <a:latin typeface="Plus Jakarta Sans"/>
              <a:ea typeface="Plus Jakarta Sans"/>
              <a:cs typeface="Plus Jakarta Sans"/>
              <a:sym typeface="Plus Jakarta Sans"/>
            </a:endParaRPr>
          </a:p>
          <a:p>
            <a:pPr marL="0" lvl="0" indent="0" algn="l" rtl="0">
              <a:lnSpc>
                <a:spcPct val="100000"/>
              </a:lnSpc>
              <a:spcBef>
                <a:spcPts val="0"/>
              </a:spcBef>
              <a:spcAft>
                <a:spcPts val="0"/>
              </a:spcAft>
              <a:buNone/>
            </a:pPr>
            <a:r>
              <a:rPr lang="en" sz="1450">
                <a:solidFill>
                  <a:schemeClr val="dk1"/>
                </a:solidFill>
                <a:latin typeface="Space Grotesk"/>
                <a:ea typeface="Space Grotesk"/>
                <a:cs typeface="Space Grotesk"/>
                <a:sym typeface="Space Grotesk"/>
              </a:rPr>
              <a:t>HUMAN INTELLIGENCE . AI AMPLIFIED</a:t>
            </a:r>
            <a:endParaRPr sz="1450">
              <a:solidFill>
                <a:srgbClr val="A68110"/>
              </a:solidFill>
              <a:latin typeface="Space Grotesk"/>
              <a:ea typeface="Space Grotesk"/>
              <a:cs typeface="Space Grotesk"/>
              <a:sym typeface="Space Grotesk"/>
            </a:endParaRPr>
          </a:p>
        </p:txBody>
      </p:sp>
    </p:spTree>
    <p:extLst>
      <p:ext uri="{BB962C8B-B14F-4D97-AF65-F5344CB8AC3E}">
        <p14:creationId xmlns:p14="http://schemas.microsoft.com/office/powerpoint/2010/main" val="1329159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2"/>
        <p:cNvGrpSpPr/>
        <p:nvPr/>
      </p:nvGrpSpPr>
      <p:grpSpPr>
        <a:xfrm>
          <a:off x="0" y="0"/>
          <a:ext cx="0" cy="0"/>
          <a:chOff x="0" y="0"/>
          <a:chExt cx="0" cy="0"/>
        </a:xfrm>
      </p:grpSpPr>
      <p:sp>
        <p:nvSpPr>
          <p:cNvPr id="63" name="Google Shape;63;g3ef76b15dfc_0_27"/>
          <p:cNvSpPr/>
          <p:nvPr/>
        </p:nvSpPr>
        <p:spPr>
          <a:xfrm>
            <a:off x="-708150" y="1939325"/>
            <a:ext cx="12060600" cy="12004800"/>
          </a:xfrm>
          <a:prstGeom prst="rect">
            <a:avLst/>
          </a:prstGeom>
          <a:noFill/>
          <a:ln w="9525" cap="flat" cmpd="sng">
            <a:solidFill>
              <a:srgbClr val="2A207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g3ef76b15dfc_0_27"/>
          <p:cNvSpPr txBox="1"/>
          <p:nvPr/>
        </p:nvSpPr>
        <p:spPr>
          <a:xfrm>
            <a:off x="4097527" y="381725"/>
            <a:ext cx="6594600" cy="1557600"/>
          </a:xfrm>
          <a:prstGeom prst="rect">
            <a:avLst/>
          </a:prstGeom>
          <a:noFill/>
          <a:ln>
            <a:noFill/>
          </a:ln>
        </p:spPr>
        <p:txBody>
          <a:bodyPr spcFirstLastPara="1" wrap="square" lIns="451125" tIns="451125" rIns="451125" bIns="451125" anchor="ctr" anchorCtr="0">
            <a:noAutofit/>
          </a:bodyPr>
          <a:lstStyle/>
          <a:p>
            <a:pPr marL="0" marR="0" lvl="0" indent="0" algn="l" rtl="0">
              <a:lnSpc>
                <a:spcPct val="115000"/>
              </a:lnSpc>
              <a:spcBef>
                <a:spcPts val="0"/>
              </a:spcBef>
              <a:spcAft>
                <a:spcPts val="0"/>
              </a:spcAft>
              <a:buClr>
                <a:schemeClr val="dk1"/>
              </a:buClr>
              <a:buSzPts val="200"/>
              <a:buFont typeface="Arial"/>
              <a:buNone/>
            </a:pPr>
            <a:r>
              <a:rPr lang="en" sz="2200" b="1">
                <a:latin typeface="Space Grotesk"/>
                <a:ea typeface="Space Grotesk"/>
                <a:cs typeface="Space Grotesk"/>
                <a:sym typeface="Space Grotesk"/>
              </a:rPr>
              <a:t>Ariviti Technologies</a:t>
            </a:r>
            <a:r>
              <a:rPr lang="en" sz="2200" b="1" i="0" u="none" strike="noStrike" cap="none">
                <a:solidFill>
                  <a:srgbClr val="000000"/>
                </a:solidFill>
                <a:latin typeface="Space Grotesk"/>
                <a:ea typeface="Space Grotesk"/>
                <a:cs typeface="Space Grotesk"/>
                <a:sym typeface="Space Grotesk"/>
              </a:rPr>
              <a:t> Private Limited</a:t>
            </a:r>
            <a:endParaRPr sz="2200" b="1" i="0" u="none" strike="noStrike" cap="none">
              <a:solidFill>
                <a:srgbClr val="000000"/>
              </a:solidFill>
              <a:latin typeface="Space Grotesk"/>
              <a:ea typeface="Space Grotesk"/>
              <a:cs typeface="Space Grotesk"/>
              <a:sym typeface="Space Grotesk"/>
            </a:endParaRPr>
          </a:p>
          <a:p>
            <a:pPr marL="0" marR="0" lvl="0" indent="0" algn="l" rtl="0">
              <a:lnSpc>
                <a:spcPct val="115000"/>
              </a:lnSpc>
              <a:spcBef>
                <a:spcPts val="0"/>
              </a:spcBef>
              <a:spcAft>
                <a:spcPts val="0"/>
              </a:spcAft>
              <a:buClr>
                <a:schemeClr val="dk1"/>
              </a:buClr>
              <a:buSzPts val="200"/>
              <a:buFont typeface="Arial"/>
              <a:buNone/>
            </a:pPr>
            <a:r>
              <a:rPr lang="en">
                <a:latin typeface="Space Grotesk"/>
                <a:ea typeface="Space Grotesk"/>
                <a:cs typeface="Space Grotesk"/>
                <a:sym typeface="Space Grotesk"/>
              </a:rPr>
              <a:t>4, Bellary Road, 12th KM, Jakkur, Bangalore, India. 560064</a:t>
            </a:r>
            <a:endParaRPr>
              <a:latin typeface="Space Grotesk"/>
              <a:ea typeface="Space Grotesk"/>
              <a:cs typeface="Space Grotesk"/>
              <a:sym typeface="Space Grotesk"/>
            </a:endParaRPr>
          </a:p>
          <a:p>
            <a:pPr marL="0" marR="0" lvl="0" indent="0" algn="l" rtl="0">
              <a:lnSpc>
                <a:spcPct val="115000"/>
              </a:lnSpc>
              <a:spcBef>
                <a:spcPts val="1000"/>
              </a:spcBef>
              <a:spcAft>
                <a:spcPts val="0"/>
              </a:spcAft>
              <a:buClr>
                <a:schemeClr val="dk1"/>
              </a:buClr>
              <a:buSzPts val="200"/>
              <a:buFont typeface="Arial"/>
              <a:buNone/>
            </a:pPr>
            <a:r>
              <a:rPr lang="en" sz="1600" i="0" u="none" strike="noStrike" cap="none">
                <a:solidFill>
                  <a:srgbClr val="000000"/>
                </a:solidFill>
                <a:latin typeface="Space Grotesk"/>
                <a:ea typeface="Space Grotesk"/>
                <a:cs typeface="Space Grotesk"/>
                <a:sym typeface="Space Grotesk"/>
              </a:rPr>
              <a:t>      +91 80 4663 2400	            </a:t>
            </a:r>
            <a:endParaRPr sz="1600" i="0" u="none" strike="noStrike" cap="none">
              <a:solidFill>
                <a:srgbClr val="000000"/>
              </a:solidFill>
              <a:latin typeface="Space Grotesk"/>
              <a:ea typeface="Space Grotesk"/>
              <a:cs typeface="Space Grotesk"/>
              <a:sym typeface="Space Grotesk"/>
            </a:endParaRPr>
          </a:p>
          <a:p>
            <a:pPr marL="0" marR="0" lvl="0" indent="0" algn="l" rtl="0">
              <a:lnSpc>
                <a:spcPct val="115000"/>
              </a:lnSpc>
              <a:spcBef>
                <a:spcPts val="0"/>
              </a:spcBef>
              <a:spcAft>
                <a:spcPts val="0"/>
              </a:spcAft>
              <a:buClr>
                <a:schemeClr val="dk1"/>
              </a:buClr>
              <a:buSzPts val="200"/>
              <a:buFont typeface="Arial"/>
              <a:buNone/>
            </a:pPr>
            <a:r>
              <a:rPr lang="en" sz="1600" i="0" u="none" strike="noStrike" cap="none">
                <a:solidFill>
                  <a:srgbClr val="000000"/>
                </a:solidFill>
                <a:latin typeface="Space Grotesk"/>
                <a:ea typeface="Space Grotesk"/>
                <a:cs typeface="Space Grotesk"/>
                <a:sym typeface="Space Grotesk"/>
              </a:rPr>
              <a:t>      business@</a:t>
            </a:r>
            <a:r>
              <a:rPr lang="en" sz="1600">
                <a:latin typeface="Space Grotesk"/>
                <a:ea typeface="Space Grotesk"/>
                <a:cs typeface="Space Grotesk"/>
                <a:sym typeface="Space Grotesk"/>
              </a:rPr>
              <a:t>ariviti.com</a:t>
            </a:r>
            <a:r>
              <a:rPr lang="en" sz="1600" i="0" u="none" strike="noStrike" cap="none">
                <a:solidFill>
                  <a:srgbClr val="000000"/>
                </a:solidFill>
                <a:latin typeface="Space Grotesk"/>
                <a:ea typeface="Space Grotesk"/>
                <a:cs typeface="Space Grotesk"/>
                <a:sym typeface="Space Grotesk"/>
              </a:rPr>
              <a:t> 	    </a:t>
            </a:r>
            <a:r>
              <a:rPr lang="en" sz="1600">
                <a:latin typeface="Space Grotesk"/>
                <a:ea typeface="Space Grotesk"/>
                <a:cs typeface="Space Grotesk"/>
                <a:sym typeface="Space Grotesk"/>
              </a:rPr>
              <a:t>ariviti.com</a:t>
            </a:r>
            <a:endParaRPr sz="1600" i="0" u="none" strike="noStrike" cap="none">
              <a:solidFill>
                <a:srgbClr val="000000"/>
              </a:solidFill>
              <a:latin typeface="Space Grotesk"/>
              <a:ea typeface="Space Grotesk"/>
              <a:cs typeface="Space Grotesk"/>
              <a:sym typeface="Space Grotesk"/>
            </a:endParaRPr>
          </a:p>
        </p:txBody>
      </p:sp>
      <p:pic>
        <p:nvPicPr>
          <p:cNvPr id="65" name="Google Shape;65;g3ef76b15dfc_0_27"/>
          <p:cNvPicPr preferRelativeResize="0"/>
          <p:nvPr/>
        </p:nvPicPr>
        <p:blipFill rotWithShape="1">
          <a:blip r:embed="rId3">
            <a:alphaModFix/>
          </a:blip>
          <a:srcRect/>
          <a:stretch/>
        </p:blipFill>
        <p:spPr>
          <a:xfrm>
            <a:off x="4565362" y="1298275"/>
            <a:ext cx="185524" cy="185524"/>
          </a:xfrm>
          <a:prstGeom prst="rect">
            <a:avLst/>
          </a:prstGeom>
          <a:noFill/>
          <a:ln>
            <a:noFill/>
          </a:ln>
        </p:spPr>
      </p:pic>
      <p:sp>
        <p:nvSpPr>
          <p:cNvPr id="66" name="Google Shape;66;g3ef76b15dfc_0_27"/>
          <p:cNvSpPr txBox="1"/>
          <p:nvPr/>
        </p:nvSpPr>
        <p:spPr>
          <a:xfrm>
            <a:off x="336550" y="13944125"/>
            <a:ext cx="9528600" cy="1101600"/>
          </a:xfrm>
          <a:prstGeom prst="rect">
            <a:avLst/>
          </a:prstGeom>
          <a:noFill/>
          <a:ln>
            <a:noFill/>
          </a:ln>
        </p:spPr>
        <p:txBody>
          <a:bodyPr spcFirstLastPara="1" wrap="square" lIns="451125" tIns="451125" rIns="451125" bIns="451125" anchor="ctr" anchorCtr="0">
            <a:noAutofit/>
          </a:bodyPr>
          <a:lstStyle/>
          <a:p>
            <a:pPr marL="0" marR="0" lvl="0" indent="0" algn="l" rtl="0">
              <a:lnSpc>
                <a:spcPct val="115000"/>
              </a:lnSpc>
              <a:spcBef>
                <a:spcPts val="0"/>
              </a:spcBef>
              <a:spcAft>
                <a:spcPts val="0"/>
              </a:spcAft>
              <a:buClr>
                <a:schemeClr val="dk1"/>
              </a:buClr>
              <a:buSzPts val="200"/>
              <a:buFont typeface="Arial"/>
              <a:buNone/>
            </a:pPr>
            <a:r>
              <a:rPr lang="en" sz="1400" b="1" i="0" u="none" strike="noStrike" cap="none">
                <a:solidFill>
                  <a:srgbClr val="000000"/>
                </a:solidFill>
                <a:latin typeface="Space Grotesk"/>
                <a:ea typeface="Space Grotesk"/>
                <a:cs typeface="Space Grotesk"/>
                <a:sym typeface="Space Grotesk"/>
              </a:rPr>
              <a:t>Registered office:</a:t>
            </a:r>
            <a:r>
              <a:rPr lang="en" sz="1400" i="0" u="none" strike="noStrike" cap="none">
                <a:solidFill>
                  <a:srgbClr val="000000"/>
                </a:solidFill>
                <a:latin typeface="Space Grotesk"/>
                <a:ea typeface="Space Grotesk"/>
                <a:cs typeface="Space Grotesk"/>
                <a:sym typeface="Space Grotesk"/>
              </a:rPr>
              <a:t> G5, Swiss Complex, 33 Racecourse road, Bangalore, India. 560001</a:t>
            </a:r>
            <a:endParaRPr sz="1400" i="0" u="none" strike="noStrike" cap="none">
              <a:solidFill>
                <a:srgbClr val="000000"/>
              </a:solidFill>
              <a:latin typeface="Space Grotesk"/>
              <a:ea typeface="Space Grotesk"/>
              <a:cs typeface="Space Grotesk"/>
              <a:sym typeface="Space Grotesk"/>
            </a:endParaRPr>
          </a:p>
          <a:p>
            <a:pPr marL="0" marR="0" lvl="0" indent="0" algn="l" rtl="0">
              <a:lnSpc>
                <a:spcPct val="115000"/>
              </a:lnSpc>
              <a:spcBef>
                <a:spcPts val="0"/>
              </a:spcBef>
              <a:spcAft>
                <a:spcPts val="0"/>
              </a:spcAft>
              <a:buClr>
                <a:schemeClr val="dk1"/>
              </a:buClr>
              <a:buSzPts val="200"/>
              <a:buFont typeface="Arial"/>
              <a:buNone/>
            </a:pPr>
            <a:r>
              <a:rPr lang="en" sz="1400" i="0" u="none" strike="noStrike" cap="none">
                <a:solidFill>
                  <a:srgbClr val="000000"/>
                </a:solidFill>
                <a:latin typeface="Space Grotesk"/>
                <a:ea typeface="Space Grotesk"/>
                <a:cs typeface="Space Grotesk"/>
                <a:sym typeface="Space Grotesk"/>
              </a:rPr>
              <a:t>     +91 80 2225 0073 </a:t>
            </a:r>
            <a:r>
              <a:rPr lang="en" sz="1400" b="1" i="0" u="none" strike="noStrike" cap="none">
                <a:solidFill>
                  <a:srgbClr val="000000"/>
                </a:solidFill>
                <a:latin typeface="Space Grotesk"/>
                <a:ea typeface="Space Grotesk"/>
                <a:cs typeface="Space Grotesk"/>
                <a:sym typeface="Space Grotesk"/>
              </a:rPr>
              <a:t>/</a:t>
            </a:r>
            <a:r>
              <a:rPr lang="en" sz="1400" i="0" u="none" strike="noStrike" cap="none">
                <a:solidFill>
                  <a:srgbClr val="000000"/>
                </a:solidFill>
                <a:latin typeface="Space Grotesk"/>
                <a:ea typeface="Space Grotesk"/>
                <a:cs typeface="Space Grotesk"/>
                <a:sym typeface="Space Grotesk"/>
              </a:rPr>
              <a:t> 2225 7027	         	</a:t>
            </a:r>
            <a:r>
              <a:rPr lang="en" sz="1400" b="1" i="0" u="none" strike="noStrike" cap="none">
                <a:solidFill>
                  <a:schemeClr val="dk1"/>
                </a:solidFill>
                <a:latin typeface="Space Grotesk"/>
                <a:ea typeface="Space Grotesk"/>
                <a:cs typeface="Space Grotesk"/>
                <a:sym typeface="Space Grotesk"/>
              </a:rPr>
              <a:t>CIN:</a:t>
            </a:r>
            <a:r>
              <a:rPr lang="en" sz="1400" i="0" u="none" strike="noStrike" cap="none">
                <a:solidFill>
                  <a:schemeClr val="dk1"/>
                </a:solidFill>
                <a:latin typeface="Space Grotesk"/>
                <a:ea typeface="Space Grotesk"/>
                <a:cs typeface="Space Grotesk"/>
                <a:sym typeface="Space Grotesk"/>
              </a:rPr>
              <a:t> U72200KA1999PTC026063</a:t>
            </a:r>
            <a:endParaRPr sz="1400" i="0" u="none" strike="noStrike" cap="none">
              <a:solidFill>
                <a:srgbClr val="000000"/>
              </a:solidFill>
              <a:latin typeface="Space Grotesk"/>
              <a:ea typeface="Space Grotesk"/>
              <a:cs typeface="Space Grotesk"/>
              <a:sym typeface="Space Grotesk"/>
            </a:endParaRPr>
          </a:p>
        </p:txBody>
      </p:sp>
      <p:pic>
        <p:nvPicPr>
          <p:cNvPr id="67" name="Google Shape;67;g3ef76b15dfc_0_27"/>
          <p:cNvPicPr preferRelativeResize="0"/>
          <p:nvPr/>
        </p:nvPicPr>
        <p:blipFill rotWithShape="1">
          <a:blip r:embed="rId3">
            <a:alphaModFix/>
          </a:blip>
          <a:srcRect/>
          <a:stretch/>
        </p:blipFill>
        <p:spPr>
          <a:xfrm>
            <a:off x="793750" y="14515611"/>
            <a:ext cx="185524" cy="185524"/>
          </a:xfrm>
          <a:prstGeom prst="rect">
            <a:avLst/>
          </a:prstGeom>
          <a:noFill/>
          <a:ln>
            <a:noFill/>
          </a:ln>
        </p:spPr>
      </p:pic>
      <p:sp>
        <p:nvSpPr>
          <p:cNvPr id="68" name="Google Shape;68;g3ef76b15dfc_0_27"/>
          <p:cNvSpPr txBox="1"/>
          <p:nvPr/>
        </p:nvSpPr>
        <p:spPr>
          <a:xfrm>
            <a:off x="897250" y="311364"/>
            <a:ext cx="3409800" cy="1293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7200" b="1">
                <a:solidFill>
                  <a:srgbClr val="A68110"/>
                </a:solidFill>
                <a:latin typeface="Plus Jakarta Sans"/>
                <a:ea typeface="Plus Jakarta Sans"/>
                <a:cs typeface="Plus Jakarta Sans"/>
                <a:sym typeface="Plus Jakarta Sans"/>
              </a:rPr>
              <a:t>ARIVITI</a:t>
            </a:r>
            <a:endParaRPr sz="7200" b="1">
              <a:solidFill>
                <a:srgbClr val="A68110"/>
              </a:solidFill>
              <a:latin typeface="Plus Jakarta Sans"/>
              <a:ea typeface="Plus Jakarta Sans"/>
              <a:cs typeface="Plus Jakarta Sans"/>
              <a:sym typeface="Plus Jakarta Sans"/>
            </a:endParaRPr>
          </a:p>
          <a:p>
            <a:pPr marL="0" lvl="0" indent="0" algn="l" rtl="0">
              <a:lnSpc>
                <a:spcPct val="100000"/>
              </a:lnSpc>
              <a:spcBef>
                <a:spcPts val="0"/>
              </a:spcBef>
              <a:spcAft>
                <a:spcPts val="0"/>
              </a:spcAft>
              <a:buNone/>
            </a:pPr>
            <a:r>
              <a:rPr lang="en" sz="1450">
                <a:solidFill>
                  <a:schemeClr val="dk1"/>
                </a:solidFill>
                <a:latin typeface="Space Grotesk"/>
                <a:ea typeface="Space Grotesk"/>
                <a:cs typeface="Space Grotesk"/>
                <a:sym typeface="Space Grotesk"/>
              </a:rPr>
              <a:t>HUMAN INTELLIGENCE . AI AMPLIFIED</a:t>
            </a:r>
            <a:endParaRPr sz="1450">
              <a:solidFill>
                <a:srgbClr val="A68110"/>
              </a:solidFill>
              <a:latin typeface="Space Grotesk"/>
              <a:ea typeface="Space Grotesk"/>
              <a:cs typeface="Space Grotesk"/>
              <a:sym typeface="Space Grotesk"/>
            </a:endParaRPr>
          </a:p>
        </p:txBody>
      </p:sp>
      <p:pic>
        <p:nvPicPr>
          <p:cNvPr id="69" name="Google Shape;69;g3ef76b15dfc_0_27"/>
          <p:cNvPicPr preferRelativeResize="0"/>
          <p:nvPr/>
        </p:nvPicPr>
        <p:blipFill rotWithShape="1">
          <a:blip r:embed="rId4">
            <a:alphaModFix/>
          </a:blip>
          <a:srcRect l="7679" t="15475" r="7287" b="15191"/>
          <a:stretch/>
        </p:blipFill>
        <p:spPr>
          <a:xfrm>
            <a:off x="4565362" y="1616146"/>
            <a:ext cx="185525" cy="151278"/>
          </a:xfrm>
          <a:prstGeom prst="rect">
            <a:avLst/>
          </a:prstGeom>
          <a:noFill/>
          <a:ln>
            <a:noFill/>
          </a:ln>
        </p:spPr>
      </p:pic>
      <p:pic>
        <p:nvPicPr>
          <p:cNvPr id="70" name="Google Shape;70;g3ef76b15dfc_0_27"/>
          <p:cNvPicPr preferRelativeResize="0"/>
          <p:nvPr/>
        </p:nvPicPr>
        <p:blipFill rotWithShape="1">
          <a:blip r:embed="rId5">
            <a:alphaModFix/>
          </a:blip>
          <a:srcRect/>
          <a:stretch/>
        </p:blipFill>
        <p:spPr>
          <a:xfrm>
            <a:off x="7225212" y="1616146"/>
            <a:ext cx="151276" cy="1512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
        <p:cNvGrpSpPr/>
        <p:nvPr/>
      </p:nvGrpSpPr>
      <p:grpSpPr>
        <a:xfrm>
          <a:off x="0" y="0"/>
          <a:ext cx="0" cy="0"/>
          <a:chOff x="0" y="0"/>
          <a:chExt cx="0" cy="0"/>
        </a:xfrm>
      </p:grpSpPr>
      <p:pic>
        <p:nvPicPr>
          <p:cNvPr id="27" name="Google Shape;27;p1"/>
          <p:cNvPicPr preferRelativeResize="0"/>
          <p:nvPr/>
        </p:nvPicPr>
        <p:blipFill rotWithShape="1">
          <a:blip r:embed="rId3">
            <a:alphaModFix/>
          </a:blip>
          <a:srcRect/>
          <a:stretch/>
        </p:blipFill>
        <p:spPr>
          <a:xfrm>
            <a:off x="897250" y="509600"/>
            <a:ext cx="2013475" cy="1231725"/>
          </a:xfrm>
          <a:prstGeom prst="rect">
            <a:avLst/>
          </a:prstGeom>
          <a:noFill/>
          <a:ln>
            <a:noFill/>
          </a:ln>
        </p:spPr>
      </p:pic>
      <p:sp>
        <p:nvSpPr>
          <p:cNvPr id="28" name="Google Shape;28;p1"/>
          <p:cNvSpPr/>
          <p:nvPr/>
        </p:nvSpPr>
        <p:spPr>
          <a:xfrm>
            <a:off x="-708150" y="1939325"/>
            <a:ext cx="12060600" cy="12004800"/>
          </a:xfrm>
          <a:prstGeom prst="rect">
            <a:avLst/>
          </a:prstGeom>
          <a:noFill/>
          <a:ln w="9525" cap="flat" cmpd="sng">
            <a:solidFill>
              <a:srgbClr val="2A207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1"/>
          <p:cNvSpPr txBox="1"/>
          <p:nvPr/>
        </p:nvSpPr>
        <p:spPr>
          <a:xfrm>
            <a:off x="3016250" y="381725"/>
            <a:ext cx="7528500" cy="1557600"/>
          </a:xfrm>
          <a:prstGeom prst="rect">
            <a:avLst/>
          </a:prstGeom>
          <a:noFill/>
          <a:ln>
            <a:noFill/>
          </a:ln>
        </p:spPr>
        <p:txBody>
          <a:bodyPr spcFirstLastPara="1" wrap="square" lIns="451125" tIns="451125" rIns="451125" bIns="451125" anchor="ctr" anchorCtr="0">
            <a:noAutofit/>
          </a:bodyPr>
          <a:lstStyle/>
          <a:p>
            <a:pPr marL="0" marR="0" lvl="0" indent="0" algn="l" rtl="0">
              <a:lnSpc>
                <a:spcPct val="115000"/>
              </a:lnSpc>
              <a:spcBef>
                <a:spcPts val="0"/>
              </a:spcBef>
              <a:spcAft>
                <a:spcPts val="0"/>
              </a:spcAft>
              <a:buClr>
                <a:schemeClr val="dk1"/>
              </a:buClr>
              <a:buSzPts val="200"/>
              <a:buFont typeface="Arial"/>
              <a:buNone/>
            </a:pPr>
            <a:r>
              <a:rPr lang="en" sz="2200" b="1" i="0" u="none" strike="noStrike" cap="none" dirty="0">
                <a:solidFill>
                  <a:srgbClr val="000000"/>
                </a:solidFill>
                <a:latin typeface="Sintony"/>
                <a:ea typeface="Sintony"/>
                <a:cs typeface="Sintony"/>
                <a:sym typeface="Sintony"/>
              </a:rPr>
              <a:t>Integra Micro Software Services Private Limited</a:t>
            </a:r>
            <a:endParaRPr sz="2200" b="1" i="0" u="none" strike="noStrike" cap="none" dirty="0">
              <a:solidFill>
                <a:srgbClr val="000000"/>
              </a:solidFill>
              <a:latin typeface="Sintony"/>
              <a:ea typeface="Sintony"/>
              <a:cs typeface="Sintony"/>
              <a:sym typeface="Sintony"/>
            </a:endParaRPr>
          </a:p>
          <a:p>
            <a:pPr marL="0" marR="0" lvl="0" indent="0" algn="l" rtl="0">
              <a:lnSpc>
                <a:spcPct val="115000"/>
              </a:lnSpc>
              <a:spcBef>
                <a:spcPts val="0"/>
              </a:spcBef>
              <a:spcAft>
                <a:spcPts val="0"/>
              </a:spcAft>
              <a:buClr>
                <a:schemeClr val="dk1"/>
              </a:buClr>
              <a:buSzPts val="200"/>
              <a:buFont typeface="Arial"/>
              <a:buNone/>
            </a:pPr>
            <a:r>
              <a:rPr lang="en" sz="1400" b="0" i="0" u="none" strike="noStrike" cap="none" dirty="0">
                <a:solidFill>
                  <a:srgbClr val="000000"/>
                </a:solidFill>
                <a:latin typeface="Open Sans"/>
                <a:ea typeface="Open Sans"/>
                <a:cs typeface="Open Sans"/>
                <a:sym typeface="Open Sans"/>
              </a:rPr>
              <a:t>4, Bellary Road, 12th KM, Jakkur, Bangalore, India. 560064</a:t>
            </a:r>
            <a:endParaRPr sz="1400" b="0" i="0" u="none" strike="noStrike" cap="none" dirty="0">
              <a:solidFill>
                <a:srgbClr val="000000"/>
              </a:solidFill>
              <a:latin typeface="Open Sans"/>
              <a:ea typeface="Open Sans"/>
              <a:cs typeface="Open Sans"/>
              <a:sym typeface="Open Sans"/>
            </a:endParaRPr>
          </a:p>
          <a:p>
            <a:pPr marL="0" marR="0" lvl="0" indent="0" algn="l" rtl="0">
              <a:lnSpc>
                <a:spcPct val="115000"/>
              </a:lnSpc>
              <a:spcBef>
                <a:spcPts val="1000"/>
              </a:spcBef>
              <a:spcAft>
                <a:spcPts val="0"/>
              </a:spcAft>
              <a:buClr>
                <a:schemeClr val="dk1"/>
              </a:buClr>
              <a:buSzPts val="200"/>
              <a:buFont typeface="Arial"/>
              <a:buNone/>
            </a:pPr>
            <a:r>
              <a:rPr lang="en" sz="1600" b="0" i="0" u="none" strike="noStrike" cap="none" dirty="0">
                <a:solidFill>
                  <a:srgbClr val="000000"/>
                </a:solidFill>
                <a:latin typeface="Open Sans"/>
                <a:ea typeface="Open Sans"/>
                <a:cs typeface="Open Sans"/>
                <a:sym typeface="Open Sans"/>
              </a:rPr>
              <a:t>      +91 80 4663 2400	            </a:t>
            </a:r>
            <a:endParaRPr sz="1600" b="0" i="0" u="none" strike="noStrike" cap="none" dirty="0">
              <a:solidFill>
                <a:srgbClr val="000000"/>
              </a:solidFill>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200"/>
              <a:buFont typeface="Arial"/>
              <a:buNone/>
            </a:pPr>
            <a:r>
              <a:rPr lang="en" sz="1600" b="0" i="0" u="none" strike="noStrike" cap="none" dirty="0">
                <a:solidFill>
                  <a:srgbClr val="000000"/>
                </a:solidFill>
                <a:latin typeface="Open Sans"/>
                <a:ea typeface="Open Sans"/>
                <a:cs typeface="Open Sans"/>
                <a:sym typeface="Open Sans"/>
              </a:rPr>
              <a:t>      business@imss.co.in 	    www.imss.co.in</a:t>
            </a:r>
            <a:endParaRPr sz="1600" b="0" i="0" u="none" strike="noStrike" cap="none" dirty="0">
              <a:solidFill>
                <a:srgbClr val="000000"/>
              </a:solidFill>
              <a:latin typeface="Open Sans"/>
              <a:ea typeface="Open Sans"/>
              <a:cs typeface="Open Sans"/>
              <a:sym typeface="Open Sans"/>
            </a:endParaRPr>
          </a:p>
        </p:txBody>
      </p:sp>
      <p:pic>
        <p:nvPicPr>
          <p:cNvPr id="30" name="Google Shape;30;p1"/>
          <p:cNvPicPr preferRelativeResize="0"/>
          <p:nvPr/>
        </p:nvPicPr>
        <p:blipFill rotWithShape="1">
          <a:blip r:embed="rId4">
            <a:alphaModFix/>
          </a:blip>
          <a:srcRect/>
          <a:stretch/>
        </p:blipFill>
        <p:spPr>
          <a:xfrm>
            <a:off x="3484075" y="1298275"/>
            <a:ext cx="185524" cy="185524"/>
          </a:xfrm>
          <a:prstGeom prst="rect">
            <a:avLst/>
          </a:prstGeom>
          <a:noFill/>
          <a:ln>
            <a:noFill/>
          </a:ln>
        </p:spPr>
      </p:pic>
      <p:pic>
        <p:nvPicPr>
          <p:cNvPr id="31" name="Google Shape;31;p1"/>
          <p:cNvPicPr preferRelativeResize="0"/>
          <p:nvPr/>
        </p:nvPicPr>
        <p:blipFill rotWithShape="1">
          <a:blip r:embed="rId5">
            <a:alphaModFix/>
          </a:blip>
          <a:srcRect l="7678" t="15475" r="7287" b="15191"/>
          <a:stretch/>
        </p:blipFill>
        <p:spPr>
          <a:xfrm>
            <a:off x="3484075" y="1590050"/>
            <a:ext cx="185525" cy="151278"/>
          </a:xfrm>
          <a:prstGeom prst="rect">
            <a:avLst/>
          </a:prstGeom>
          <a:noFill/>
          <a:ln>
            <a:noFill/>
          </a:ln>
        </p:spPr>
      </p:pic>
      <p:pic>
        <p:nvPicPr>
          <p:cNvPr id="32" name="Google Shape;32;p1"/>
          <p:cNvPicPr preferRelativeResize="0"/>
          <p:nvPr/>
        </p:nvPicPr>
        <p:blipFill rotWithShape="1">
          <a:blip r:embed="rId6">
            <a:alphaModFix/>
          </a:blip>
          <a:srcRect/>
          <a:stretch/>
        </p:blipFill>
        <p:spPr>
          <a:xfrm>
            <a:off x="6143925" y="1590050"/>
            <a:ext cx="151276" cy="151276"/>
          </a:xfrm>
          <a:prstGeom prst="rect">
            <a:avLst/>
          </a:prstGeom>
          <a:noFill/>
          <a:ln>
            <a:noFill/>
          </a:ln>
        </p:spPr>
      </p:pic>
      <p:sp>
        <p:nvSpPr>
          <p:cNvPr id="33" name="Google Shape;33;p1"/>
          <p:cNvSpPr txBox="1"/>
          <p:nvPr/>
        </p:nvSpPr>
        <p:spPr>
          <a:xfrm>
            <a:off x="336550" y="13944125"/>
            <a:ext cx="9528600" cy="1101600"/>
          </a:xfrm>
          <a:prstGeom prst="rect">
            <a:avLst/>
          </a:prstGeom>
          <a:noFill/>
          <a:ln>
            <a:noFill/>
          </a:ln>
        </p:spPr>
        <p:txBody>
          <a:bodyPr spcFirstLastPara="1" wrap="square" lIns="451125" tIns="451125" rIns="451125" bIns="451125" anchor="ctr" anchorCtr="0">
            <a:noAutofit/>
          </a:bodyPr>
          <a:lstStyle/>
          <a:p>
            <a:pPr marL="0" marR="0" lvl="0" indent="0" algn="l" rtl="0">
              <a:lnSpc>
                <a:spcPct val="115000"/>
              </a:lnSpc>
              <a:spcBef>
                <a:spcPts val="0"/>
              </a:spcBef>
              <a:spcAft>
                <a:spcPts val="0"/>
              </a:spcAft>
              <a:buClr>
                <a:schemeClr val="dk1"/>
              </a:buClr>
              <a:buSzPts val="200"/>
              <a:buFont typeface="Arial"/>
              <a:buNone/>
            </a:pPr>
            <a:r>
              <a:rPr lang="en" sz="1400" b="1" i="0" u="none" strike="noStrike" cap="none">
                <a:solidFill>
                  <a:srgbClr val="000000"/>
                </a:solidFill>
                <a:latin typeface="Quicksand"/>
                <a:ea typeface="Quicksand"/>
                <a:cs typeface="Quicksand"/>
                <a:sym typeface="Quicksand"/>
              </a:rPr>
              <a:t>Registered office:</a:t>
            </a:r>
            <a:r>
              <a:rPr lang="en" sz="1400" b="0" i="0" u="none" strike="noStrike" cap="none">
                <a:solidFill>
                  <a:srgbClr val="000000"/>
                </a:solidFill>
                <a:latin typeface="Open Sans"/>
                <a:ea typeface="Open Sans"/>
                <a:cs typeface="Open Sans"/>
                <a:sym typeface="Open Sans"/>
              </a:rPr>
              <a:t> G5, Swiss Complex, 33 Racecourse road, Bangalore, India. 560001</a:t>
            </a:r>
            <a:endParaRPr sz="1400" b="0" i="0" u="none" strike="noStrike" cap="none">
              <a:solidFill>
                <a:srgbClr val="000000"/>
              </a:solidFill>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200"/>
              <a:buFont typeface="Arial"/>
              <a:buNone/>
            </a:pPr>
            <a:r>
              <a:rPr lang="en" sz="1400" b="0" i="0" u="none" strike="noStrike" cap="none">
                <a:solidFill>
                  <a:schemeClr val="dk1"/>
                </a:solidFill>
                <a:latin typeface="Open Sans"/>
                <a:ea typeface="Open Sans"/>
                <a:cs typeface="Open Sans"/>
                <a:sym typeface="Open Sans"/>
              </a:rPr>
              <a:t>     +91 80 2225 0073 </a:t>
            </a:r>
            <a:r>
              <a:rPr lang="en" sz="1400" b="1" i="0" u="none" strike="noStrike" cap="none">
                <a:solidFill>
                  <a:schemeClr val="dk1"/>
                </a:solidFill>
                <a:latin typeface="Open Sans"/>
                <a:ea typeface="Open Sans"/>
                <a:cs typeface="Open Sans"/>
                <a:sym typeface="Open Sans"/>
              </a:rPr>
              <a:t>/</a:t>
            </a:r>
            <a:r>
              <a:rPr lang="en" sz="1400" b="0" i="0" u="none" strike="noStrike" cap="none">
                <a:solidFill>
                  <a:schemeClr val="dk1"/>
                </a:solidFill>
                <a:latin typeface="Open Sans"/>
                <a:ea typeface="Open Sans"/>
                <a:cs typeface="Open Sans"/>
                <a:sym typeface="Open Sans"/>
              </a:rPr>
              <a:t> 2225 7027	         	</a:t>
            </a:r>
            <a:r>
              <a:rPr lang="en" sz="1400" b="1" i="0" u="none" strike="noStrike" cap="none">
                <a:solidFill>
                  <a:schemeClr val="dk1"/>
                </a:solidFill>
                <a:latin typeface="Quicksand"/>
                <a:ea typeface="Quicksand"/>
                <a:cs typeface="Quicksand"/>
                <a:sym typeface="Quicksand"/>
              </a:rPr>
              <a:t>CIN:</a:t>
            </a:r>
            <a:r>
              <a:rPr lang="en" sz="1400" b="0" i="0" u="none" strike="noStrike" cap="none">
                <a:solidFill>
                  <a:schemeClr val="dk1"/>
                </a:solidFill>
                <a:latin typeface="Open Sans"/>
                <a:ea typeface="Open Sans"/>
                <a:cs typeface="Open Sans"/>
                <a:sym typeface="Open Sans"/>
              </a:rPr>
              <a:t> U72200KA1999PTC026063</a:t>
            </a:r>
            <a:endParaRPr sz="1400" b="0" i="0" u="none" strike="noStrike" cap="none">
              <a:solidFill>
                <a:srgbClr val="000000"/>
              </a:solidFill>
              <a:latin typeface="Open Sans"/>
              <a:ea typeface="Open Sans"/>
              <a:cs typeface="Open Sans"/>
              <a:sym typeface="Open Sans"/>
            </a:endParaRPr>
          </a:p>
        </p:txBody>
      </p:sp>
      <p:pic>
        <p:nvPicPr>
          <p:cNvPr id="34" name="Google Shape;34;p1"/>
          <p:cNvPicPr preferRelativeResize="0"/>
          <p:nvPr/>
        </p:nvPicPr>
        <p:blipFill rotWithShape="1">
          <a:blip r:embed="rId4">
            <a:alphaModFix/>
          </a:blip>
          <a:srcRect/>
          <a:stretch/>
        </p:blipFill>
        <p:spPr>
          <a:xfrm>
            <a:off x="793750" y="14505825"/>
            <a:ext cx="185524" cy="1855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
        <p:cNvGrpSpPr/>
        <p:nvPr/>
      </p:nvGrpSpPr>
      <p:grpSpPr>
        <a:xfrm>
          <a:off x="0" y="0"/>
          <a:ext cx="0" cy="0"/>
          <a:chOff x="0" y="0"/>
          <a:chExt cx="0" cy="0"/>
        </a:xfrm>
      </p:grpSpPr>
      <p:pic>
        <p:nvPicPr>
          <p:cNvPr id="39" name="Google Shape;39;p2"/>
          <p:cNvPicPr preferRelativeResize="0"/>
          <p:nvPr/>
        </p:nvPicPr>
        <p:blipFill rotWithShape="1">
          <a:blip r:embed="rId3">
            <a:alphaModFix/>
          </a:blip>
          <a:srcRect/>
          <a:stretch/>
        </p:blipFill>
        <p:spPr>
          <a:xfrm>
            <a:off x="897250" y="509600"/>
            <a:ext cx="2013475" cy="1231725"/>
          </a:xfrm>
          <a:prstGeom prst="rect">
            <a:avLst/>
          </a:prstGeom>
          <a:noFill/>
          <a:ln>
            <a:noFill/>
          </a:ln>
        </p:spPr>
      </p:pic>
      <p:sp>
        <p:nvSpPr>
          <p:cNvPr id="40" name="Google Shape;40;p2"/>
          <p:cNvSpPr/>
          <p:nvPr/>
        </p:nvSpPr>
        <p:spPr>
          <a:xfrm>
            <a:off x="-708150" y="1939325"/>
            <a:ext cx="12060600" cy="12004800"/>
          </a:xfrm>
          <a:prstGeom prst="rect">
            <a:avLst/>
          </a:prstGeom>
          <a:noFill/>
          <a:ln w="9525" cap="flat" cmpd="sng">
            <a:solidFill>
              <a:srgbClr val="2A207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2"/>
          <p:cNvSpPr txBox="1"/>
          <p:nvPr/>
        </p:nvSpPr>
        <p:spPr>
          <a:xfrm>
            <a:off x="3016250" y="381725"/>
            <a:ext cx="7528500" cy="1557600"/>
          </a:xfrm>
          <a:prstGeom prst="rect">
            <a:avLst/>
          </a:prstGeom>
          <a:noFill/>
          <a:ln>
            <a:noFill/>
          </a:ln>
        </p:spPr>
        <p:txBody>
          <a:bodyPr spcFirstLastPara="1" wrap="square" lIns="451125" tIns="451125" rIns="451125" bIns="451125" anchor="ctr" anchorCtr="0">
            <a:noAutofit/>
          </a:bodyPr>
          <a:lstStyle/>
          <a:p>
            <a:pPr marL="0" marR="0" lvl="0" indent="0" algn="l" rtl="0">
              <a:lnSpc>
                <a:spcPct val="115000"/>
              </a:lnSpc>
              <a:spcBef>
                <a:spcPts val="0"/>
              </a:spcBef>
              <a:spcAft>
                <a:spcPts val="0"/>
              </a:spcAft>
              <a:buClr>
                <a:schemeClr val="dk1"/>
              </a:buClr>
              <a:buSzPts val="200"/>
              <a:buFont typeface="Arial"/>
              <a:buNone/>
            </a:pPr>
            <a:r>
              <a:rPr lang="en" sz="2200" b="1" i="0" u="none" strike="noStrike" cap="none">
                <a:solidFill>
                  <a:srgbClr val="000000"/>
                </a:solidFill>
                <a:latin typeface="Sintony"/>
                <a:ea typeface="Sintony"/>
                <a:cs typeface="Sintony"/>
                <a:sym typeface="Sintony"/>
              </a:rPr>
              <a:t>Integra Micro Software Services Private Limited</a:t>
            </a:r>
            <a:endParaRPr sz="2200" b="1" i="0" u="none" strike="noStrike" cap="none">
              <a:solidFill>
                <a:srgbClr val="000000"/>
              </a:solidFill>
              <a:latin typeface="Sintony"/>
              <a:ea typeface="Sintony"/>
              <a:cs typeface="Sintony"/>
              <a:sym typeface="Sintony"/>
            </a:endParaRPr>
          </a:p>
          <a:p>
            <a:pPr marL="0" marR="0" lvl="0" indent="0" algn="l" rtl="0">
              <a:lnSpc>
                <a:spcPct val="115000"/>
              </a:lnSpc>
              <a:spcBef>
                <a:spcPts val="0"/>
              </a:spcBef>
              <a:spcAft>
                <a:spcPts val="0"/>
              </a:spcAft>
              <a:buClr>
                <a:schemeClr val="dk1"/>
              </a:buClr>
              <a:buSzPts val="200"/>
              <a:buFont typeface="Arial"/>
              <a:buNone/>
            </a:pPr>
            <a:r>
              <a:rPr lang="en" sz="1400" b="0" i="0" u="none" strike="noStrike" cap="none">
                <a:solidFill>
                  <a:srgbClr val="000000"/>
                </a:solidFill>
                <a:latin typeface="Open Sans"/>
                <a:ea typeface="Open Sans"/>
                <a:cs typeface="Open Sans"/>
                <a:sym typeface="Open Sans"/>
              </a:rPr>
              <a:t>G5, Swiss Complex, 33 Racecourse road, Bangalore, India. 560001</a:t>
            </a:r>
            <a:endParaRPr sz="1400" b="0" i="0" u="none" strike="noStrike" cap="none">
              <a:solidFill>
                <a:srgbClr val="000000"/>
              </a:solidFill>
              <a:latin typeface="Open Sans"/>
              <a:ea typeface="Open Sans"/>
              <a:cs typeface="Open Sans"/>
              <a:sym typeface="Open Sans"/>
            </a:endParaRPr>
          </a:p>
          <a:p>
            <a:pPr marL="0" marR="0" lvl="0" indent="0" algn="l" rtl="0">
              <a:lnSpc>
                <a:spcPct val="115000"/>
              </a:lnSpc>
              <a:spcBef>
                <a:spcPts val="1000"/>
              </a:spcBef>
              <a:spcAft>
                <a:spcPts val="0"/>
              </a:spcAft>
              <a:buClr>
                <a:schemeClr val="dk1"/>
              </a:buClr>
              <a:buSzPts val="200"/>
              <a:buFont typeface="Arial"/>
              <a:buNone/>
            </a:pPr>
            <a:r>
              <a:rPr lang="en" sz="1600" b="0" i="0" u="none" strike="noStrike" cap="none">
                <a:solidFill>
                  <a:srgbClr val="000000"/>
                </a:solidFill>
                <a:latin typeface="Open Sans"/>
                <a:ea typeface="Open Sans"/>
                <a:cs typeface="Open Sans"/>
                <a:sym typeface="Open Sans"/>
              </a:rPr>
              <a:t>      +91 80 4663 2400	            </a:t>
            </a:r>
            <a:endParaRPr sz="1600" b="0" i="0" u="none" strike="noStrike" cap="none">
              <a:solidFill>
                <a:srgbClr val="000000"/>
              </a:solidFill>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200"/>
              <a:buFont typeface="Arial"/>
              <a:buNone/>
            </a:pPr>
            <a:r>
              <a:rPr lang="en" sz="1600" b="0" i="0" u="none" strike="noStrike" cap="none">
                <a:solidFill>
                  <a:srgbClr val="000000"/>
                </a:solidFill>
                <a:latin typeface="Open Sans"/>
                <a:ea typeface="Open Sans"/>
                <a:cs typeface="Open Sans"/>
                <a:sym typeface="Open Sans"/>
              </a:rPr>
              <a:t>      business@imss.co.in 	    www.imss.co.in</a:t>
            </a:r>
            <a:endParaRPr sz="1600" b="0" i="0" u="none" strike="noStrike" cap="none">
              <a:solidFill>
                <a:srgbClr val="000000"/>
              </a:solidFill>
              <a:latin typeface="Open Sans"/>
              <a:ea typeface="Open Sans"/>
              <a:cs typeface="Open Sans"/>
              <a:sym typeface="Open Sans"/>
            </a:endParaRPr>
          </a:p>
        </p:txBody>
      </p:sp>
      <p:pic>
        <p:nvPicPr>
          <p:cNvPr id="42" name="Google Shape;42;p2"/>
          <p:cNvPicPr preferRelativeResize="0"/>
          <p:nvPr/>
        </p:nvPicPr>
        <p:blipFill rotWithShape="1">
          <a:blip r:embed="rId4">
            <a:alphaModFix/>
          </a:blip>
          <a:srcRect/>
          <a:stretch/>
        </p:blipFill>
        <p:spPr>
          <a:xfrm>
            <a:off x="3484075" y="1298275"/>
            <a:ext cx="185524" cy="185524"/>
          </a:xfrm>
          <a:prstGeom prst="rect">
            <a:avLst/>
          </a:prstGeom>
          <a:noFill/>
          <a:ln>
            <a:noFill/>
          </a:ln>
        </p:spPr>
      </p:pic>
      <p:pic>
        <p:nvPicPr>
          <p:cNvPr id="43" name="Google Shape;43;p2"/>
          <p:cNvPicPr preferRelativeResize="0"/>
          <p:nvPr/>
        </p:nvPicPr>
        <p:blipFill rotWithShape="1">
          <a:blip r:embed="rId5">
            <a:alphaModFix/>
          </a:blip>
          <a:srcRect l="7678" t="15475" r="7287" b="15191"/>
          <a:stretch/>
        </p:blipFill>
        <p:spPr>
          <a:xfrm>
            <a:off x="3484075" y="1590050"/>
            <a:ext cx="185525" cy="151278"/>
          </a:xfrm>
          <a:prstGeom prst="rect">
            <a:avLst/>
          </a:prstGeom>
          <a:noFill/>
          <a:ln>
            <a:noFill/>
          </a:ln>
        </p:spPr>
      </p:pic>
      <p:pic>
        <p:nvPicPr>
          <p:cNvPr id="44" name="Google Shape;44;p2"/>
          <p:cNvPicPr preferRelativeResize="0"/>
          <p:nvPr/>
        </p:nvPicPr>
        <p:blipFill rotWithShape="1">
          <a:blip r:embed="rId6">
            <a:alphaModFix/>
          </a:blip>
          <a:srcRect/>
          <a:stretch/>
        </p:blipFill>
        <p:spPr>
          <a:xfrm>
            <a:off x="6143925" y="1590050"/>
            <a:ext cx="151276" cy="151276"/>
          </a:xfrm>
          <a:prstGeom prst="rect">
            <a:avLst/>
          </a:prstGeom>
          <a:noFill/>
          <a:ln>
            <a:noFill/>
          </a:ln>
        </p:spPr>
      </p:pic>
      <p:sp>
        <p:nvSpPr>
          <p:cNvPr id="45" name="Google Shape;45;p2"/>
          <p:cNvSpPr txBox="1"/>
          <p:nvPr/>
        </p:nvSpPr>
        <p:spPr>
          <a:xfrm>
            <a:off x="336550" y="13944125"/>
            <a:ext cx="9528600" cy="1101600"/>
          </a:xfrm>
          <a:prstGeom prst="rect">
            <a:avLst/>
          </a:prstGeom>
          <a:noFill/>
          <a:ln>
            <a:noFill/>
          </a:ln>
        </p:spPr>
        <p:txBody>
          <a:bodyPr spcFirstLastPara="1" wrap="square" lIns="451125" tIns="451125" rIns="451125" bIns="451125" anchor="ctr" anchorCtr="0">
            <a:noAutofit/>
          </a:bodyPr>
          <a:lstStyle/>
          <a:p>
            <a:pPr marL="0" marR="0" lvl="0" indent="0" algn="l" rtl="0">
              <a:lnSpc>
                <a:spcPct val="115000"/>
              </a:lnSpc>
              <a:spcBef>
                <a:spcPts val="0"/>
              </a:spcBef>
              <a:spcAft>
                <a:spcPts val="0"/>
              </a:spcAft>
              <a:buClr>
                <a:schemeClr val="dk1"/>
              </a:buClr>
              <a:buSzPts val="200"/>
              <a:buFont typeface="Arial"/>
              <a:buNone/>
            </a:pPr>
            <a:r>
              <a:rPr lang="en" sz="1400" b="1" i="0" u="none" strike="noStrike" cap="none">
                <a:solidFill>
                  <a:srgbClr val="000000"/>
                </a:solidFill>
                <a:latin typeface="Quicksand"/>
                <a:ea typeface="Quicksand"/>
                <a:cs typeface="Quicksand"/>
                <a:sym typeface="Quicksand"/>
              </a:rPr>
              <a:t>Registered office:</a:t>
            </a:r>
            <a:r>
              <a:rPr lang="en" sz="1400" b="0" i="0" u="none" strike="noStrike" cap="none">
                <a:solidFill>
                  <a:srgbClr val="000000"/>
                </a:solidFill>
                <a:latin typeface="Open Sans"/>
                <a:ea typeface="Open Sans"/>
                <a:cs typeface="Open Sans"/>
                <a:sym typeface="Open Sans"/>
              </a:rPr>
              <a:t> G5, Swiss Complex, 33 Racecourse road, Bangalore, India. 560001</a:t>
            </a:r>
            <a:endParaRPr sz="1400" b="0" i="0" u="none" strike="noStrike" cap="none">
              <a:solidFill>
                <a:srgbClr val="000000"/>
              </a:solidFill>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200"/>
              <a:buFont typeface="Arial"/>
              <a:buNone/>
            </a:pPr>
            <a:r>
              <a:rPr lang="en" sz="1400" b="0" i="0" u="none" strike="noStrike" cap="none">
                <a:solidFill>
                  <a:srgbClr val="000000"/>
                </a:solidFill>
                <a:latin typeface="Open Sans"/>
                <a:ea typeface="Open Sans"/>
                <a:cs typeface="Open Sans"/>
                <a:sym typeface="Open Sans"/>
              </a:rPr>
              <a:t>     +91 80 2225 0073 </a:t>
            </a:r>
            <a:r>
              <a:rPr lang="en" sz="1400" b="1" i="0" u="none" strike="noStrike" cap="none">
                <a:solidFill>
                  <a:srgbClr val="000000"/>
                </a:solidFill>
                <a:latin typeface="Open Sans"/>
                <a:ea typeface="Open Sans"/>
                <a:cs typeface="Open Sans"/>
                <a:sym typeface="Open Sans"/>
              </a:rPr>
              <a:t>/</a:t>
            </a:r>
            <a:r>
              <a:rPr lang="en" sz="1400" b="0" i="0" u="none" strike="noStrike" cap="none">
                <a:solidFill>
                  <a:srgbClr val="000000"/>
                </a:solidFill>
                <a:latin typeface="Open Sans"/>
                <a:ea typeface="Open Sans"/>
                <a:cs typeface="Open Sans"/>
                <a:sym typeface="Open Sans"/>
              </a:rPr>
              <a:t> 2225 7027	         	</a:t>
            </a:r>
            <a:r>
              <a:rPr lang="en" sz="1400" b="1" i="0" u="none" strike="noStrike" cap="none">
                <a:solidFill>
                  <a:schemeClr val="dk1"/>
                </a:solidFill>
                <a:latin typeface="Quicksand"/>
                <a:ea typeface="Quicksand"/>
                <a:cs typeface="Quicksand"/>
                <a:sym typeface="Quicksand"/>
              </a:rPr>
              <a:t>CIN:</a:t>
            </a:r>
            <a:r>
              <a:rPr lang="en" sz="1400" b="0" i="0" u="none" strike="noStrike" cap="none">
                <a:solidFill>
                  <a:schemeClr val="dk1"/>
                </a:solidFill>
                <a:latin typeface="Open Sans"/>
                <a:ea typeface="Open Sans"/>
                <a:cs typeface="Open Sans"/>
                <a:sym typeface="Open Sans"/>
              </a:rPr>
              <a:t> U72200KA1999PTC026063</a:t>
            </a:r>
            <a:endParaRPr sz="1400" b="0" i="0" u="none" strike="noStrike" cap="none">
              <a:solidFill>
                <a:srgbClr val="000000"/>
              </a:solidFill>
              <a:latin typeface="Open Sans"/>
              <a:ea typeface="Open Sans"/>
              <a:cs typeface="Open Sans"/>
              <a:sym typeface="Open Sans"/>
            </a:endParaRPr>
          </a:p>
        </p:txBody>
      </p:sp>
      <p:pic>
        <p:nvPicPr>
          <p:cNvPr id="46" name="Google Shape;46;p2"/>
          <p:cNvPicPr preferRelativeResize="0"/>
          <p:nvPr/>
        </p:nvPicPr>
        <p:blipFill rotWithShape="1">
          <a:blip r:embed="rId4">
            <a:alphaModFix/>
          </a:blip>
          <a:srcRect/>
          <a:stretch/>
        </p:blipFill>
        <p:spPr>
          <a:xfrm>
            <a:off x="793750" y="14505825"/>
            <a:ext cx="185524" cy="1855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4"/>
        <p:cNvGrpSpPr/>
        <p:nvPr/>
      </p:nvGrpSpPr>
      <p:grpSpPr>
        <a:xfrm>
          <a:off x="0" y="0"/>
          <a:ext cx="0" cy="0"/>
          <a:chOff x="0" y="0"/>
          <a:chExt cx="0" cy="0"/>
        </a:xfrm>
      </p:grpSpPr>
      <p:pic>
        <p:nvPicPr>
          <p:cNvPr id="75" name="Google Shape;75;p3"/>
          <p:cNvPicPr preferRelativeResize="0"/>
          <p:nvPr/>
        </p:nvPicPr>
        <p:blipFill rotWithShape="1">
          <a:blip r:embed="rId3">
            <a:alphaModFix/>
          </a:blip>
          <a:srcRect/>
          <a:stretch/>
        </p:blipFill>
        <p:spPr>
          <a:xfrm>
            <a:off x="793750" y="381725"/>
            <a:ext cx="2222500" cy="1359600"/>
          </a:xfrm>
          <a:prstGeom prst="rect">
            <a:avLst/>
          </a:prstGeom>
          <a:noFill/>
          <a:ln>
            <a:noFill/>
          </a:ln>
        </p:spPr>
      </p:pic>
      <p:sp>
        <p:nvSpPr>
          <p:cNvPr id="76" name="Google Shape;76;p3"/>
          <p:cNvSpPr/>
          <p:nvPr/>
        </p:nvSpPr>
        <p:spPr>
          <a:xfrm>
            <a:off x="-708150" y="1939325"/>
            <a:ext cx="12060600" cy="12004800"/>
          </a:xfrm>
          <a:prstGeom prst="rect">
            <a:avLst/>
          </a:prstGeom>
          <a:noFill/>
          <a:ln w="9525" cap="flat" cmpd="sng">
            <a:solidFill>
              <a:srgbClr val="2A207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3"/>
          <p:cNvSpPr txBox="1"/>
          <p:nvPr/>
        </p:nvSpPr>
        <p:spPr>
          <a:xfrm>
            <a:off x="3016250" y="381725"/>
            <a:ext cx="7306200" cy="1557600"/>
          </a:xfrm>
          <a:prstGeom prst="rect">
            <a:avLst/>
          </a:prstGeom>
          <a:noFill/>
          <a:ln>
            <a:noFill/>
          </a:ln>
        </p:spPr>
        <p:txBody>
          <a:bodyPr spcFirstLastPara="1" wrap="square" lIns="451125" tIns="451125" rIns="451125" bIns="451125" anchor="ctr" anchorCtr="0">
            <a:noAutofit/>
          </a:bodyPr>
          <a:lstStyle/>
          <a:p>
            <a:pPr marL="0" marR="0" lvl="0" indent="0" algn="l" rtl="0">
              <a:lnSpc>
                <a:spcPct val="115000"/>
              </a:lnSpc>
              <a:spcBef>
                <a:spcPts val="0"/>
              </a:spcBef>
              <a:spcAft>
                <a:spcPts val="0"/>
              </a:spcAft>
              <a:buClr>
                <a:schemeClr val="dk1"/>
              </a:buClr>
              <a:buSzPts val="200"/>
              <a:buFont typeface="Arial"/>
              <a:buNone/>
            </a:pPr>
            <a:r>
              <a:rPr lang="en" sz="2200" b="1" i="0" u="none" strike="noStrike" cap="none">
                <a:solidFill>
                  <a:srgbClr val="000000"/>
                </a:solidFill>
                <a:latin typeface="Sintony"/>
                <a:ea typeface="Sintony"/>
                <a:cs typeface="Sintony"/>
                <a:sym typeface="Sintony"/>
              </a:rPr>
              <a:t>Integra Micro Software Services Pvt. Ltd.</a:t>
            </a:r>
            <a:endParaRPr sz="2200" b="1" i="0" u="none" strike="noStrike" cap="none">
              <a:solidFill>
                <a:srgbClr val="000000"/>
              </a:solidFill>
              <a:latin typeface="Sintony"/>
              <a:ea typeface="Sintony"/>
              <a:cs typeface="Sintony"/>
              <a:sym typeface="Sintony"/>
            </a:endParaRPr>
          </a:p>
          <a:p>
            <a:pPr marL="0" marR="0" lvl="0" indent="0" algn="l" rtl="0">
              <a:lnSpc>
                <a:spcPct val="115000"/>
              </a:lnSpc>
              <a:spcBef>
                <a:spcPts val="0"/>
              </a:spcBef>
              <a:spcAft>
                <a:spcPts val="0"/>
              </a:spcAft>
              <a:buClr>
                <a:schemeClr val="dk1"/>
              </a:buClr>
              <a:buSzPts val="200"/>
              <a:buFont typeface="Arial"/>
              <a:buNone/>
            </a:pPr>
            <a:r>
              <a:rPr lang="en" sz="1400" b="0" i="0" u="none" strike="noStrike" cap="none">
                <a:solidFill>
                  <a:srgbClr val="000000"/>
                </a:solidFill>
                <a:latin typeface="Open Sans"/>
                <a:ea typeface="Open Sans"/>
                <a:cs typeface="Open Sans"/>
                <a:sym typeface="Open Sans"/>
              </a:rPr>
              <a:t>4, Bellary Road, 12th KM, Jakkur, Bangalore, India. 560064</a:t>
            </a:r>
            <a:endParaRPr sz="1400" b="0" i="0" u="none" strike="noStrike" cap="none">
              <a:solidFill>
                <a:srgbClr val="000000"/>
              </a:solidFill>
              <a:latin typeface="Open Sans"/>
              <a:ea typeface="Open Sans"/>
              <a:cs typeface="Open Sans"/>
              <a:sym typeface="Open Sans"/>
            </a:endParaRPr>
          </a:p>
          <a:p>
            <a:pPr marL="0" marR="0" lvl="0" indent="0" algn="l" rtl="0">
              <a:lnSpc>
                <a:spcPct val="115000"/>
              </a:lnSpc>
              <a:spcBef>
                <a:spcPts val="1000"/>
              </a:spcBef>
              <a:spcAft>
                <a:spcPts val="0"/>
              </a:spcAft>
              <a:buClr>
                <a:schemeClr val="dk1"/>
              </a:buClr>
              <a:buSzPts val="200"/>
              <a:buFont typeface="Arial"/>
              <a:buNone/>
            </a:pPr>
            <a:r>
              <a:rPr lang="en" sz="1600" b="0" i="0" u="none" strike="noStrike" cap="none">
                <a:solidFill>
                  <a:srgbClr val="000000"/>
                </a:solidFill>
                <a:latin typeface="Open Sans"/>
                <a:ea typeface="Open Sans"/>
                <a:cs typeface="Open Sans"/>
                <a:sym typeface="Open Sans"/>
              </a:rPr>
              <a:t>      +91 80 4663 2400	            +91 80 2856 5800</a:t>
            </a:r>
            <a:endParaRPr sz="1600" b="0" i="0" u="none" strike="noStrike" cap="none">
              <a:solidFill>
                <a:srgbClr val="000000"/>
              </a:solidFill>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200"/>
              <a:buFont typeface="Arial"/>
              <a:buNone/>
            </a:pPr>
            <a:r>
              <a:rPr lang="en" sz="1600" b="0" i="0" u="none" strike="noStrike" cap="none">
                <a:solidFill>
                  <a:srgbClr val="000000"/>
                </a:solidFill>
                <a:latin typeface="Open Sans"/>
                <a:ea typeface="Open Sans"/>
                <a:cs typeface="Open Sans"/>
                <a:sym typeface="Open Sans"/>
              </a:rPr>
              <a:t>      business@imss.work 	    www.imss.work</a:t>
            </a:r>
            <a:endParaRPr sz="1600" b="0" i="0" u="none" strike="noStrike" cap="none">
              <a:solidFill>
                <a:srgbClr val="000000"/>
              </a:solidFill>
              <a:latin typeface="Open Sans"/>
              <a:ea typeface="Open Sans"/>
              <a:cs typeface="Open Sans"/>
              <a:sym typeface="Open Sans"/>
            </a:endParaRPr>
          </a:p>
        </p:txBody>
      </p:sp>
      <p:pic>
        <p:nvPicPr>
          <p:cNvPr id="78" name="Google Shape;78;p3"/>
          <p:cNvPicPr preferRelativeResize="0"/>
          <p:nvPr/>
        </p:nvPicPr>
        <p:blipFill rotWithShape="1">
          <a:blip r:embed="rId4">
            <a:alphaModFix/>
          </a:blip>
          <a:srcRect/>
          <a:stretch/>
        </p:blipFill>
        <p:spPr>
          <a:xfrm>
            <a:off x="3484075" y="1298275"/>
            <a:ext cx="185524" cy="185524"/>
          </a:xfrm>
          <a:prstGeom prst="rect">
            <a:avLst/>
          </a:prstGeom>
          <a:noFill/>
          <a:ln>
            <a:noFill/>
          </a:ln>
        </p:spPr>
      </p:pic>
      <p:pic>
        <p:nvPicPr>
          <p:cNvPr id="79" name="Google Shape;79;p3"/>
          <p:cNvPicPr preferRelativeResize="0"/>
          <p:nvPr/>
        </p:nvPicPr>
        <p:blipFill rotWithShape="1">
          <a:blip r:embed="rId5">
            <a:alphaModFix/>
          </a:blip>
          <a:srcRect/>
          <a:stretch/>
        </p:blipFill>
        <p:spPr>
          <a:xfrm>
            <a:off x="6126800" y="1298275"/>
            <a:ext cx="185525" cy="185525"/>
          </a:xfrm>
          <a:prstGeom prst="rect">
            <a:avLst/>
          </a:prstGeom>
          <a:noFill/>
          <a:ln>
            <a:noFill/>
          </a:ln>
        </p:spPr>
      </p:pic>
      <p:pic>
        <p:nvPicPr>
          <p:cNvPr id="80" name="Google Shape;80;p3"/>
          <p:cNvPicPr preferRelativeResize="0"/>
          <p:nvPr/>
        </p:nvPicPr>
        <p:blipFill rotWithShape="1">
          <a:blip r:embed="rId6">
            <a:alphaModFix/>
          </a:blip>
          <a:srcRect l="7678" t="15475" r="7287" b="15191"/>
          <a:stretch/>
        </p:blipFill>
        <p:spPr>
          <a:xfrm>
            <a:off x="3484075" y="1590050"/>
            <a:ext cx="185525" cy="151278"/>
          </a:xfrm>
          <a:prstGeom prst="rect">
            <a:avLst/>
          </a:prstGeom>
          <a:noFill/>
          <a:ln>
            <a:noFill/>
          </a:ln>
        </p:spPr>
      </p:pic>
      <p:pic>
        <p:nvPicPr>
          <p:cNvPr id="81" name="Google Shape;81;p3"/>
          <p:cNvPicPr preferRelativeResize="0"/>
          <p:nvPr/>
        </p:nvPicPr>
        <p:blipFill rotWithShape="1">
          <a:blip r:embed="rId7">
            <a:alphaModFix/>
          </a:blip>
          <a:srcRect/>
          <a:stretch/>
        </p:blipFill>
        <p:spPr>
          <a:xfrm>
            <a:off x="6143925" y="1590050"/>
            <a:ext cx="151276" cy="151276"/>
          </a:xfrm>
          <a:prstGeom prst="rect">
            <a:avLst/>
          </a:prstGeom>
          <a:noFill/>
          <a:ln>
            <a:noFill/>
          </a:ln>
        </p:spPr>
      </p:pic>
      <p:sp>
        <p:nvSpPr>
          <p:cNvPr id="82" name="Google Shape;82;p3"/>
          <p:cNvSpPr txBox="1"/>
          <p:nvPr/>
        </p:nvSpPr>
        <p:spPr>
          <a:xfrm>
            <a:off x="336550" y="13944125"/>
            <a:ext cx="9528600" cy="1101600"/>
          </a:xfrm>
          <a:prstGeom prst="rect">
            <a:avLst/>
          </a:prstGeom>
          <a:noFill/>
          <a:ln>
            <a:noFill/>
          </a:ln>
        </p:spPr>
        <p:txBody>
          <a:bodyPr spcFirstLastPara="1" wrap="square" lIns="451125" tIns="451125" rIns="451125" bIns="451125" anchor="ctr" anchorCtr="0">
            <a:noAutofit/>
          </a:bodyPr>
          <a:lstStyle/>
          <a:p>
            <a:pPr marL="0" marR="0" lvl="0" indent="0" algn="l" rtl="0">
              <a:lnSpc>
                <a:spcPct val="115000"/>
              </a:lnSpc>
              <a:spcBef>
                <a:spcPts val="0"/>
              </a:spcBef>
              <a:spcAft>
                <a:spcPts val="0"/>
              </a:spcAft>
              <a:buClr>
                <a:schemeClr val="dk1"/>
              </a:buClr>
              <a:buSzPts val="200"/>
              <a:buFont typeface="Arial"/>
              <a:buNone/>
            </a:pPr>
            <a:r>
              <a:rPr lang="en" sz="1400" b="1" i="0" u="none" strike="noStrike" cap="none">
                <a:solidFill>
                  <a:srgbClr val="000000"/>
                </a:solidFill>
                <a:latin typeface="Quicksand"/>
                <a:ea typeface="Quicksand"/>
                <a:cs typeface="Quicksand"/>
                <a:sym typeface="Quicksand"/>
              </a:rPr>
              <a:t>Registered office:</a:t>
            </a:r>
            <a:r>
              <a:rPr lang="en" sz="1400" b="0" i="0" u="none" strike="noStrike" cap="none">
                <a:solidFill>
                  <a:srgbClr val="000000"/>
                </a:solidFill>
                <a:latin typeface="Open Sans"/>
                <a:ea typeface="Open Sans"/>
                <a:cs typeface="Open Sans"/>
                <a:sym typeface="Open Sans"/>
              </a:rPr>
              <a:t> G5, Swiss Complex, 33 Racecourse road, Bangalore, India. 560001</a:t>
            </a:r>
            <a:endParaRPr sz="1400" b="0" i="0" u="none" strike="noStrike" cap="none">
              <a:solidFill>
                <a:srgbClr val="000000"/>
              </a:solidFill>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200"/>
              <a:buFont typeface="Arial"/>
              <a:buNone/>
            </a:pPr>
            <a:r>
              <a:rPr lang="en" sz="1400" b="0" i="0" u="none" strike="noStrike" cap="none">
                <a:solidFill>
                  <a:srgbClr val="000000"/>
                </a:solidFill>
                <a:latin typeface="Open Sans"/>
                <a:ea typeface="Open Sans"/>
                <a:cs typeface="Open Sans"/>
                <a:sym typeface="Open Sans"/>
              </a:rPr>
              <a:t>     +91 80 2225 0073 </a:t>
            </a:r>
            <a:r>
              <a:rPr lang="en" sz="1400" b="1" i="0" u="none" strike="noStrike" cap="none">
                <a:solidFill>
                  <a:srgbClr val="000000"/>
                </a:solidFill>
                <a:latin typeface="Open Sans"/>
                <a:ea typeface="Open Sans"/>
                <a:cs typeface="Open Sans"/>
                <a:sym typeface="Open Sans"/>
              </a:rPr>
              <a:t>/</a:t>
            </a:r>
            <a:r>
              <a:rPr lang="en" sz="1400" b="0" i="0" u="none" strike="noStrike" cap="none">
                <a:solidFill>
                  <a:srgbClr val="000000"/>
                </a:solidFill>
                <a:latin typeface="Open Sans"/>
                <a:ea typeface="Open Sans"/>
                <a:cs typeface="Open Sans"/>
                <a:sym typeface="Open Sans"/>
              </a:rPr>
              <a:t> 2225 7027	            +91 80 2220 3928	</a:t>
            </a:r>
            <a:r>
              <a:rPr lang="en" sz="1400" b="1" i="0" u="none" strike="noStrike" cap="none">
                <a:solidFill>
                  <a:schemeClr val="dk1"/>
                </a:solidFill>
                <a:latin typeface="Quicksand"/>
                <a:ea typeface="Quicksand"/>
                <a:cs typeface="Quicksand"/>
                <a:sym typeface="Quicksand"/>
              </a:rPr>
              <a:t>CIN:</a:t>
            </a:r>
            <a:r>
              <a:rPr lang="en" sz="1400" b="0" i="0" u="none" strike="noStrike" cap="none">
                <a:solidFill>
                  <a:schemeClr val="dk1"/>
                </a:solidFill>
                <a:latin typeface="Open Sans"/>
                <a:ea typeface="Open Sans"/>
                <a:cs typeface="Open Sans"/>
                <a:sym typeface="Open Sans"/>
              </a:rPr>
              <a:t> U72200KA1999PTC026063</a:t>
            </a:r>
            <a:endParaRPr sz="1400" b="0" i="0" u="none" strike="noStrike" cap="none">
              <a:solidFill>
                <a:srgbClr val="000000"/>
              </a:solidFill>
              <a:latin typeface="Open Sans"/>
              <a:ea typeface="Open Sans"/>
              <a:cs typeface="Open Sans"/>
              <a:sym typeface="Open Sans"/>
            </a:endParaRPr>
          </a:p>
        </p:txBody>
      </p:sp>
      <p:pic>
        <p:nvPicPr>
          <p:cNvPr id="83" name="Google Shape;83;p3"/>
          <p:cNvPicPr preferRelativeResize="0"/>
          <p:nvPr/>
        </p:nvPicPr>
        <p:blipFill rotWithShape="1">
          <a:blip r:embed="rId4">
            <a:alphaModFix/>
          </a:blip>
          <a:srcRect/>
          <a:stretch/>
        </p:blipFill>
        <p:spPr>
          <a:xfrm>
            <a:off x="793750" y="14505825"/>
            <a:ext cx="185524" cy="185524"/>
          </a:xfrm>
          <a:prstGeom prst="rect">
            <a:avLst/>
          </a:prstGeom>
          <a:noFill/>
          <a:ln>
            <a:noFill/>
          </a:ln>
        </p:spPr>
      </p:pic>
      <p:pic>
        <p:nvPicPr>
          <p:cNvPr id="84" name="Google Shape;84;p3"/>
          <p:cNvPicPr preferRelativeResize="0"/>
          <p:nvPr/>
        </p:nvPicPr>
        <p:blipFill rotWithShape="1">
          <a:blip r:embed="rId5">
            <a:alphaModFix/>
          </a:blip>
          <a:srcRect/>
          <a:stretch/>
        </p:blipFill>
        <p:spPr>
          <a:xfrm>
            <a:off x="3797375" y="14505825"/>
            <a:ext cx="185525" cy="185525"/>
          </a:xfrm>
          <a:prstGeom prst="rect">
            <a:avLst/>
          </a:prstGeom>
          <a:noFill/>
          <a:ln>
            <a:noFill/>
          </a:ln>
        </p:spPr>
      </p:pic>
      <p:sp>
        <p:nvSpPr>
          <p:cNvPr id="85" name="Google Shape;85;p3"/>
          <p:cNvSpPr/>
          <p:nvPr/>
        </p:nvSpPr>
        <p:spPr>
          <a:xfrm>
            <a:off x="979275" y="2289825"/>
            <a:ext cx="8758500" cy="11654400"/>
          </a:xfrm>
          <a:prstGeom prst="rect">
            <a:avLst/>
          </a:prstGeom>
          <a:solidFill>
            <a:srgbClr val="FFFFFF"/>
          </a:solidFill>
          <a:ln>
            <a:noFill/>
          </a:ln>
        </p:spPr>
        <p:txBody>
          <a:bodyPr spcFirstLastPara="1" wrap="square" lIns="91425" tIns="91425" rIns="91425" bIns="91425" anchor="t" anchorCtr="0">
            <a:noAutofit/>
          </a:bodyPr>
          <a:lstStyle/>
          <a:p>
            <a:pPr marL="457200" marR="0" lvl="0" indent="0" algn="ctr" rtl="0">
              <a:lnSpc>
                <a:spcPct val="115000"/>
              </a:lnSpc>
              <a:spcBef>
                <a:spcPts val="0"/>
              </a:spcBef>
              <a:spcAft>
                <a:spcPts val="0"/>
              </a:spcAft>
              <a:buClr>
                <a:schemeClr val="dk1"/>
              </a:buClr>
              <a:buSzPts val="1100"/>
              <a:buFont typeface="Arial"/>
              <a:buNone/>
            </a:pPr>
            <a:r>
              <a:rPr lang="en" sz="1400" b="0" i="0" u="none" strike="noStrike" cap="none">
                <a:solidFill>
                  <a:srgbClr val="000000"/>
                </a:solidFill>
                <a:latin typeface="Roboto"/>
                <a:ea typeface="Roboto"/>
                <a:cs typeface="Roboto"/>
                <a:sym typeface="Roboto"/>
              </a:rPr>
              <a:t>Annexure-II</a:t>
            </a:r>
            <a:endParaRPr sz="1400" b="0" i="0" u="none" strike="noStrike" cap="none">
              <a:solidFill>
                <a:srgbClr val="000000"/>
              </a:solidFill>
              <a:latin typeface="Roboto"/>
              <a:ea typeface="Roboto"/>
              <a:cs typeface="Roboto"/>
              <a:sym typeface="Roboto"/>
            </a:endParaRPr>
          </a:p>
          <a:p>
            <a:pPr marL="457200" marR="0" lvl="0" indent="0" algn="ctr" rtl="0">
              <a:lnSpc>
                <a:spcPct val="115000"/>
              </a:lnSpc>
              <a:spcBef>
                <a:spcPts val="0"/>
              </a:spcBef>
              <a:spcAft>
                <a:spcPts val="0"/>
              </a:spcAft>
              <a:buClr>
                <a:schemeClr val="dk1"/>
              </a:buClr>
              <a:buSzPts val="1100"/>
              <a:buFont typeface="Arial"/>
              <a:buNone/>
            </a:pPr>
            <a:r>
              <a:rPr lang="en" sz="1400" b="0" i="0" u="none" strike="noStrike" cap="none">
                <a:solidFill>
                  <a:srgbClr val="000000"/>
                </a:solidFill>
                <a:latin typeface="Roboto"/>
                <a:ea typeface="Roboto"/>
                <a:cs typeface="Roboto"/>
                <a:sym typeface="Roboto"/>
              </a:rPr>
              <a:t>Terms &amp; Conditions</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chemeClr val="dk1"/>
              </a:buClr>
              <a:buSzPts val="1100"/>
              <a:buFont typeface="Arial"/>
              <a:buNone/>
            </a:pP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000000"/>
                </a:solidFill>
                <a:latin typeface="Roboto"/>
                <a:ea typeface="Roboto"/>
                <a:cs typeface="Roboto"/>
                <a:sym typeface="Roboto"/>
              </a:rPr>
              <a:t>1.	The tenderer shall quote rates, which will include the delivery &amp; other incidental charges. Taxes, if any, should be indicated separately.</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000000"/>
                </a:solidFill>
                <a:latin typeface="Roboto"/>
                <a:ea typeface="Roboto"/>
                <a:cs typeface="Roboto"/>
                <a:sym typeface="Roboto"/>
              </a:rPr>
              <a:t>2.	The rates should be quoted as per the BOQ uploaded on the CPP Portal (reference may be obtained from Annexure-III). Taxes, if any, should be indicated separately. It must be noted that the contract shall be awarded to the firm which fulfils all the required terms and conditions and remains L-I for any particular items.</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000000"/>
                </a:solidFill>
                <a:latin typeface="Roboto"/>
                <a:ea typeface="Roboto"/>
                <a:cs typeface="Roboto"/>
                <a:sym typeface="Roboto"/>
              </a:rPr>
              <a:t>3.	The firm must also possess valid PAN No. &amp; GST registration number and a copy of the same must also be enclosed with the tender document.</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000000"/>
                </a:solidFill>
                <a:latin typeface="Roboto"/>
                <a:ea typeface="Roboto"/>
                <a:cs typeface="Roboto"/>
                <a:sym typeface="Roboto"/>
              </a:rPr>
              <a:t>4.	Copy of previous three years of Income Tax Statement may be furnished.</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000000"/>
                </a:solidFill>
                <a:latin typeface="Roboto"/>
                <a:ea typeface="Roboto"/>
                <a:cs typeface="Roboto"/>
                <a:sym typeface="Roboto"/>
              </a:rPr>
              <a:t>5.	The firm should be in existence for over 05 (Five) years in the trade with the business turnover of not less than Rs. 0.5 Crore per annum during the last three years. Documents to this effect may be enclosed.</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000000"/>
                </a:solidFill>
                <a:latin typeface="Roboto"/>
                <a:ea typeface="Roboto"/>
                <a:cs typeface="Roboto"/>
                <a:sym typeface="Roboto"/>
              </a:rPr>
              <a:t>6.	Modification in the tender documents after the closing date in not permissible.</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000000"/>
                </a:solidFill>
                <a:latin typeface="Roboto"/>
                <a:ea typeface="Roboto"/>
                <a:cs typeface="Roboto"/>
                <a:sym typeface="Roboto"/>
              </a:rPr>
              <a:t>7.	The successful firm shall have to supply the Software/Hardware within 6 weeks from the date of confirmed supply order and if the software /Hardware are not supplied in time then EMD shall be forfeited. The rates quoted shall be valid for one year from the date of opening of tender.</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000000"/>
                </a:solidFill>
                <a:latin typeface="Roboto"/>
                <a:ea typeface="Roboto"/>
                <a:cs typeface="Roboto"/>
                <a:sym typeface="Roboto"/>
              </a:rPr>
              <a:t>8.	The contractor/bidder or his representative may contact the undersigned at Tel. No. 080- 23086100 Extn:218 &amp; 217 for any further clarification. No variation in terms of quality of the items shall be entertained or else EMD/Security deposit shall be forfeited.</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000000"/>
                </a:solidFill>
                <a:latin typeface="Roboto"/>
                <a:ea typeface="Roboto"/>
                <a:cs typeface="Roboto"/>
                <a:sym typeface="Roboto"/>
              </a:rPr>
              <a:t>9.	The Director, ICAR-IIHR, shall have the right to reject all or any of the offers, accept more than one offer, and assign part of the job without assigning any reason.</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000000"/>
                </a:solidFill>
                <a:latin typeface="Roboto"/>
                <a:ea typeface="Roboto"/>
                <a:cs typeface="Roboto"/>
                <a:sym typeface="Roboto"/>
              </a:rPr>
              <a:t>10.	Merely quoting of lowest rates does not mean that order shall be given to that firm. The competent authority will finally decide on the basis of quality &amp; performance of past installations.</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000000"/>
                </a:solidFill>
                <a:latin typeface="Roboto"/>
                <a:ea typeface="Roboto"/>
                <a:cs typeface="Roboto"/>
                <a:sym typeface="Roboto"/>
              </a:rPr>
              <a:t>11.	The interested Firms are required to deposit (in original) an Earnest Money Deposit (EMD) of the amount mentioned against item in the form of Demand Draft/FDR-TDR/BG from any of the Commercial Bank in favour of THE DIRECTOR, ICAR-IIHR payable at Bangalore may be address to Asstt. Admn. Officer (Purchase), IIHR, Hessaraghatta Lake Post, Bangalore- 560089 on or before bid opening date and time as mentioned in the Critical Date Sheet. No quotation shall be considered without the earnest money deposit. Demand draft drawn in favour of any officer other than „THE DIRECTOR, ICAR UNIT-IIHR payable at Bangalore‟ will not be accepted and the tender will be rejected. The earnest money will be refunded only after the finalization of the procurement and no interest will be paid on earnest money.</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000000"/>
                </a:solidFill>
                <a:latin typeface="Roboto"/>
                <a:ea typeface="Roboto"/>
                <a:cs typeface="Roboto"/>
                <a:sym typeface="Roboto"/>
              </a:rPr>
              <a:t>12.	Rates once finalized will not be enhanced/reduced during the currency of the contract.</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000000"/>
                </a:solidFill>
                <a:latin typeface="Roboto"/>
                <a:ea typeface="Roboto"/>
                <a:cs typeface="Roboto"/>
                <a:sym typeface="Roboto"/>
              </a:rPr>
              <a:t>13.	In case, the successful bidder shows inability at any stage, after the contract is finalized and awarded, for whatsoever reason(s), to honour the contract, the earnest money /performance security deposited would be forfeited.</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000000"/>
                </a:solidFill>
                <a:latin typeface="Roboto"/>
                <a:ea typeface="Roboto"/>
                <a:cs typeface="Roboto"/>
                <a:sym typeface="Roboto"/>
              </a:rPr>
              <a:t>14.	The Director, IIHR reserves the right to cancel the contract at any time during the currency period of the contract without giving any reason.</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000000"/>
                </a:solidFill>
                <a:latin typeface="Roboto"/>
                <a:ea typeface="Roboto"/>
                <a:cs typeface="Roboto"/>
                <a:sym typeface="Roboto"/>
              </a:rPr>
              <a:t>15.	The firm to whom the tender will be awarded, will have to deposit the performance security equal to 10% of the total amount at the time of installation of the equipment. If the services are not found to be satisfactory, the performance security is liable to be forfeited. No interest will be paid on performance security.</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16.	If any dispute(s) arises between IIHR and the firm with reference to the contract, IIHR will decide it and its decision will be binding on the firms.</a:t>
            </a:r>
            <a:endParaRPr sz="1400" b="0" i="0" u="none" strike="noStrike" cap="none">
              <a:solidFill>
                <a:srgbClr val="000000"/>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9"/>
        <p:cNvGrpSpPr/>
        <p:nvPr/>
      </p:nvGrpSpPr>
      <p:grpSpPr>
        <a:xfrm>
          <a:off x="0" y="0"/>
          <a:ext cx="0" cy="0"/>
          <a:chOff x="0" y="0"/>
          <a:chExt cx="0" cy="0"/>
        </a:xfrm>
      </p:grpSpPr>
      <p:pic>
        <p:nvPicPr>
          <p:cNvPr id="90" name="Google Shape;90;p4"/>
          <p:cNvPicPr preferRelativeResize="0"/>
          <p:nvPr/>
        </p:nvPicPr>
        <p:blipFill rotWithShape="1">
          <a:blip r:embed="rId3">
            <a:alphaModFix/>
          </a:blip>
          <a:srcRect/>
          <a:stretch/>
        </p:blipFill>
        <p:spPr>
          <a:xfrm>
            <a:off x="979275" y="633925"/>
            <a:ext cx="2222500" cy="1359600"/>
          </a:xfrm>
          <a:prstGeom prst="rect">
            <a:avLst/>
          </a:prstGeom>
          <a:noFill/>
          <a:ln>
            <a:noFill/>
          </a:ln>
        </p:spPr>
      </p:pic>
      <p:sp>
        <p:nvSpPr>
          <p:cNvPr id="91" name="Google Shape;91;p4"/>
          <p:cNvSpPr/>
          <p:nvPr/>
        </p:nvSpPr>
        <p:spPr>
          <a:xfrm>
            <a:off x="-708150" y="2641087"/>
            <a:ext cx="12060600" cy="11303100"/>
          </a:xfrm>
          <a:prstGeom prst="rect">
            <a:avLst/>
          </a:prstGeom>
          <a:noFill/>
          <a:ln w="9525" cap="flat" cmpd="sng">
            <a:solidFill>
              <a:srgbClr val="2A207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4"/>
          <p:cNvSpPr txBox="1"/>
          <p:nvPr/>
        </p:nvSpPr>
        <p:spPr>
          <a:xfrm>
            <a:off x="3201775" y="633925"/>
            <a:ext cx="7306200" cy="1557600"/>
          </a:xfrm>
          <a:prstGeom prst="rect">
            <a:avLst/>
          </a:prstGeom>
          <a:noFill/>
          <a:ln>
            <a:noFill/>
          </a:ln>
        </p:spPr>
        <p:txBody>
          <a:bodyPr spcFirstLastPara="1" wrap="square" lIns="451125" tIns="451125" rIns="451125" bIns="451125" anchor="ctr" anchorCtr="0">
            <a:noAutofit/>
          </a:bodyPr>
          <a:lstStyle/>
          <a:p>
            <a:pPr marL="0" marR="0" lvl="0" indent="0" algn="l" rtl="0">
              <a:lnSpc>
                <a:spcPct val="115000"/>
              </a:lnSpc>
              <a:spcBef>
                <a:spcPts val="0"/>
              </a:spcBef>
              <a:spcAft>
                <a:spcPts val="0"/>
              </a:spcAft>
              <a:buClr>
                <a:schemeClr val="dk1"/>
              </a:buClr>
              <a:buSzPts val="200"/>
              <a:buFont typeface="Arial"/>
              <a:buNone/>
            </a:pPr>
            <a:r>
              <a:rPr lang="en" sz="2200" b="1" i="0" u="none" strike="noStrike" cap="none">
                <a:solidFill>
                  <a:srgbClr val="000000"/>
                </a:solidFill>
                <a:latin typeface="Sintony"/>
                <a:ea typeface="Sintony"/>
                <a:cs typeface="Sintony"/>
                <a:sym typeface="Sintony"/>
              </a:rPr>
              <a:t>Integra Micro Software Services Pvt. Ltd.</a:t>
            </a:r>
            <a:endParaRPr sz="2200" b="1" i="0" u="none" strike="noStrike" cap="none">
              <a:solidFill>
                <a:srgbClr val="000000"/>
              </a:solidFill>
              <a:latin typeface="Sintony"/>
              <a:ea typeface="Sintony"/>
              <a:cs typeface="Sintony"/>
              <a:sym typeface="Sintony"/>
            </a:endParaRPr>
          </a:p>
          <a:p>
            <a:pPr marL="0" marR="0" lvl="0" indent="0" algn="l" rtl="0">
              <a:lnSpc>
                <a:spcPct val="115000"/>
              </a:lnSpc>
              <a:spcBef>
                <a:spcPts val="0"/>
              </a:spcBef>
              <a:spcAft>
                <a:spcPts val="0"/>
              </a:spcAft>
              <a:buClr>
                <a:schemeClr val="dk1"/>
              </a:buClr>
              <a:buSzPts val="200"/>
              <a:buFont typeface="Arial"/>
              <a:buNone/>
            </a:pPr>
            <a:r>
              <a:rPr lang="en" sz="1400" b="0" i="0" u="none" strike="noStrike" cap="none">
                <a:solidFill>
                  <a:srgbClr val="000000"/>
                </a:solidFill>
                <a:latin typeface="Open Sans"/>
                <a:ea typeface="Open Sans"/>
                <a:cs typeface="Open Sans"/>
                <a:sym typeface="Open Sans"/>
              </a:rPr>
              <a:t>4, Bellary Road, 12th KM, Jakkur, Bangalore, India. 560064</a:t>
            </a:r>
            <a:endParaRPr sz="1400" b="0" i="0" u="none" strike="noStrike" cap="none">
              <a:solidFill>
                <a:srgbClr val="000000"/>
              </a:solidFill>
              <a:latin typeface="Open Sans"/>
              <a:ea typeface="Open Sans"/>
              <a:cs typeface="Open Sans"/>
              <a:sym typeface="Open Sans"/>
            </a:endParaRPr>
          </a:p>
          <a:p>
            <a:pPr marL="0" marR="0" lvl="0" indent="0" algn="l" rtl="0">
              <a:lnSpc>
                <a:spcPct val="115000"/>
              </a:lnSpc>
              <a:spcBef>
                <a:spcPts val="1000"/>
              </a:spcBef>
              <a:spcAft>
                <a:spcPts val="0"/>
              </a:spcAft>
              <a:buClr>
                <a:schemeClr val="dk1"/>
              </a:buClr>
              <a:buSzPts val="200"/>
              <a:buFont typeface="Arial"/>
              <a:buNone/>
            </a:pPr>
            <a:r>
              <a:rPr lang="en" sz="1600" b="0" i="0" u="none" strike="noStrike" cap="none">
                <a:solidFill>
                  <a:srgbClr val="000000"/>
                </a:solidFill>
                <a:latin typeface="Open Sans"/>
                <a:ea typeface="Open Sans"/>
                <a:cs typeface="Open Sans"/>
                <a:sym typeface="Open Sans"/>
              </a:rPr>
              <a:t>      +91 80 4663 2400	            +91 80 2856 5800</a:t>
            </a:r>
            <a:endParaRPr sz="1600" b="0" i="0" u="none" strike="noStrike" cap="none">
              <a:solidFill>
                <a:srgbClr val="000000"/>
              </a:solidFill>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200"/>
              <a:buFont typeface="Arial"/>
              <a:buNone/>
            </a:pPr>
            <a:r>
              <a:rPr lang="en" sz="1600" b="0" i="0" u="none" strike="noStrike" cap="none">
                <a:solidFill>
                  <a:srgbClr val="000000"/>
                </a:solidFill>
                <a:latin typeface="Open Sans"/>
                <a:ea typeface="Open Sans"/>
                <a:cs typeface="Open Sans"/>
                <a:sym typeface="Open Sans"/>
              </a:rPr>
              <a:t>      business@imss.co.in 	    www.imss.co.in</a:t>
            </a:r>
            <a:endParaRPr sz="1600" b="0" i="0" u="none" strike="noStrike" cap="none">
              <a:solidFill>
                <a:srgbClr val="000000"/>
              </a:solidFill>
              <a:latin typeface="Open Sans"/>
              <a:ea typeface="Open Sans"/>
              <a:cs typeface="Open Sans"/>
              <a:sym typeface="Open Sans"/>
            </a:endParaRPr>
          </a:p>
        </p:txBody>
      </p:sp>
      <p:pic>
        <p:nvPicPr>
          <p:cNvPr id="93" name="Google Shape;93;p4"/>
          <p:cNvPicPr preferRelativeResize="0"/>
          <p:nvPr/>
        </p:nvPicPr>
        <p:blipFill rotWithShape="1">
          <a:blip r:embed="rId4">
            <a:alphaModFix/>
          </a:blip>
          <a:srcRect/>
          <a:stretch/>
        </p:blipFill>
        <p:spPr>
          <a:xfrm>
            <a:off x="3669600" y="1550475"/>
            <a:ext cx="185524" cy="185524"/>
          </a:xfrm>
          <a:prstGeom prst="rect">
            <a:avLst/>
          </a:prstGeom>
          <a:noFill/>
          <a:ln>
            <a:noFill/>
          </a:ln>
        </p:spPr>
      </p:pic>
      <p:pic>
        <p:nvPicPr>
          <p:cNvPr id="94" name="Google Shape;94;p4"/>
          <p:cNvPicPr preferRelativeResize="0"/>
          <p:nvPr/>
        </p:nvPicPr>
        <p:blipFill rotWithShape="1">
          <a:blip r:embed="rId5">
            <a:alphaModFix/>
          </a:blip>
          <a:srcRect/>
          <a:stretch/>
        </p:blipFill>
        <p:spPr>
          <a:xfrm>
            <a:off x="6312325" y="1550475"/>
            <a:ext cx="185525" cy="185525"/>
          </a:xfrm>
          <a:prstGeom prst="rect">
            <a:avLst/>
          </a:prstGeom>
          <a:noFill/>
          <a:ln>
            <a:noFill/>
          </a:ln>
        </p:spPr>
      </p:pic>
      <p:pic>
        <p:nvPicPr>
          <p:cNvPr id="95" name="Google Shape;95;p4"/>
          <p:cNvPicPr preferRelativeResize="0"/>
          <p:nvPr/>
        </p:nvPicPr>
        <p:blipFill rotWithShape="1">
          <a:blip r:embed="rId6">
            <a:alphaModFix/>
          </a:blip>
          <a:srcRect l="7678" t="15475" r="7287" b="15191"/>
          <a:stretch/>
        </p:blipFill>
        <p:spPr>
          <a:xfrm>
            <a:off x="3669600" y="1842250"/>
            <a:ext cx="185525" cy="151278"/>
          </a:xfrm>
          <a:prstGeom prst="rect">
            <a:avLst/>
          </a:prstGeom>
          <a:noFill/>
          <a:ln>
            <a:noFill/>
          </a:ln>
        </p:spPr>
      </p:pic>
      <p:pic>
        <p:nvPicPr>
          <p:cNvPr id="96" name="Google Shape;96;p4"/>
          <p:cNvPicPr preferRelativeResize="0"/>
          <p:nvPr/>
        </p:nvPicPr>
        <p:blipFill rotWithShape="1">
          <a:blip r:embed="rId7">
            <a:alphaModFix/>
          </a:blip>
          <a:srcRect/>
          <a:stretch/>
        </p:blipFill>
        <p:spPr>
          <a:xfrm>
            <a:off x="6329450" y="1842250"/>
            <a:ext cx="151276" cy="151276"/>
          </a:xfrm>
          <a:prstGeom prst="rect">
            <a:avLst/>
          </a:prstGeom>
          <a:noFill/>
          <a:ln>
            <a:noFill/>
          </a:ln>
        </p:spPr>
      </p:pic>
      <p:sp>
        <p:nvSpPr>
          <p:cNvPr id="97" name="Google Shape;97;p4"/>
          <p:cNvSpPr txBox="1"/>
          <p:nvPr/>
        </p:nvSpPr>
        <p:spPr>
          <a:xfrm>
            <a:off x="336550" y="13944125"/>
            <a:ext cx="9528600" cy="1101600"/>
          </a:xfrm>
          <a:prstGeom prst="rect">
            <a:avLst/>
          </a:prstGeom>
          <a:noFill/>
          <a:ln>
            <a:noFill/>
          </a:ln>
        </p:spPr>
        <p:txBody>
          <a:bodyPr spcFirstLastPara="1" wrap="square" lIns="451125" tIns="451125" rIns="451125" bIns="451125" anchor="ctr" anchorCtr="0">
            <a:noAutofit/>
          </a:bodyPr>
          <a:lstStyle/>
          <a:p>
            <a:pPr marL="0" marR="0" lvl="0" indent="0" algn="l" rtl="0">
              <a:lnSpc>
                <a:spcPct val="115000"/>
              </a:lnSpc>
              <a:spcBef>
                <a:spcPts val="0"/>
              </a:spcBef>
              <a:spcAft>
                <a:spcPts val="0"/>
              </a:spcAft>
              <a:buClr>
                <a:schemeClr val="dk1"/>
              </a:buClr>
              <a:buSzPts val="200"/>
              <a:buFont typeface="Arial"/>
              <a:buNone/>
            </a:pPr>
            <a:r>
              <a:rPr lang="en" sz="1400" b="1" i="0" u="none" strike="noStrike" cap="none">
                <a:solidFill>
                  <a:srgbClr val="000000"/>
                </a:solidFill>
                <a:latin typeface="Quicksand"/>
                <a:ea typeface="Quicksand"/>
                <a:cs typeface="Quicksand"/>
                <a:sym typeface="Quicksand"/>
              </a:rPr>
              <a:t>Registered office:</a:t>
            </a:r>
            <a:r>
              <a:rPr lang="en" sz="1400" b="0" i="0" u="none" strike="noStrike" cap="none">
                <a:solidFill>
                  <a:srgbClr val="000000"/>
                </a:solidFill>
                <a:latin typeface="Open Sans"/>
                <a:ea typeface="Open Sans"/>
                <a:cs typeface="Open Sans"/>
                <a:sym typeface="Open Sans"/>
              </a:rPr>
              <a:t> G5, Swiss Complex, 33 Racecourse road, Bangalore, India. 560001</a:t>
            </a:r>
            <a:endParaRPr sz="1400" b="0" i="0" u="none" strike="noStrike" cap="none">
              <a:solidFill>
                <a:srgbClr val="000000"/>
              </a:solidFill>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200"/>
              <a:buFont typeface="Arial"/>
              <a:buNone/>
            </a:pPr>
            <a:r>
              <a:rPr lang="en" sz="1400" b="0" i="0" u="none" strike="noStrike" cap="none">
                <a:solidFill>
                  <a:srgbClr val="000000"/>
                </a:solidFill>
                <a:latin typeface="Open Sans"/>
                <a:ea typeface="Open Sans"/>
                <a:cs typeface="Open Sans"/>
                <a:sym typeface="Open Sans"/>
              </a:rPr>
              <a:t>     +91 80 2225 0073 </a:t>
            </a:r>
            <a:r>
              <a:rPr lang="en" sz="1400" b="1" i="0" u="none" strike="noStrike" cap="none">
                <a:solidFill>
                  <a:srgbClr val="000000"/>
                </a:solidFill>
                <a:latin typeface="Open Sans"/>
                <a:ea typeface="Open Sans"/>
                <a:cs typeface="Open Sans"/>
                <a:sym typeface="Open Sans"/>
              </a:rPr>
              <a:t>/</a:t>
            </a:r>
            <a:r>
              <a:rPr lang="en" sz="1400" b="0" i="0" u="none" strike="noStrike" cap="none">
                <a:solidFill>
                  <a:srgbClr val="000000"/>
                </a:solidFill>
                <a:latin typeface="Open Sans"/>
                <a:ea typeface="Open Sans"/>
                <a:cs typeface="Open Sans"/>
                <a:sym typeface="Open Sans"/>
              </a:rPr>
              <a:t> 2225 7027	            +91 80 2220 3928	</a:t>
            </a:r>
            <a:r>
              <a:rPr lang="en" sz="1400" b="1" i="0" u="none" strike="noStrike" cap="none">
                <a:solidFill>
                  <a:schemeClr val="dk1"/>
                </a:solidFill>
                <a:latin typeface="Quicksand"/>
                <a:ea typeface="Quicksand"/>
                <a:cs typeface="Quicksand"/>
                <a:sym typeface="Quicksand"/>
              </a:rPr>
              <a:t>CIN:</a:t>
            </a:r>
            <a:r>
              <a:rPr lang="en" sz="1400" b="0" i="0" u="none" strike="noStrike" cap="none">
                <a:solidFill>
                  <a:schemeClr val="dk1"/>
                </a:solidFill>
                <a:latin typeface="Open Sans"/>
                <a:ea typeface="Open Sans"/>
                <a:cs typeface="Open Sans"/>
                <a:sym typeface="Open Sans"/>
              </a:rPr>
              <a:t> U72200KA1999PTC026063</a:t>
            </a:r>
            <a:endParaRPr sz="1400" b="0" i="0" u="none" strike="noStrike" cap="none">
              <a:solidFill>
                <a:srgbClr val="000000"/>
              </a:solidFill>
              <a:latin typeface="Open Sans"/>
              <a:ea typeface="Open Sans"/>
              <a:cs typeface="Open Sans"/>
              <a:sym typeface="Open Sans"/>
            </a:endParaRPr>
          </a:p>
        </p:txBody>
      </p:sp>
      <p:pic>
        <p:nvPicPr>
          <p:cNvPr id="98" name="Google Shape;98;p4"/>
          <p:cNvPicPr preferRelativeResize="0"/>
          <p:nvPr/>
        </p:nvPicPr>
        <p:blipFill rotWithShape="1">
          <a:blip r:embed="rId4">
            <a:alphaModFix/>
          </a:blip>
          <a:srcRect/>
          <a:stretch/>
        </p:blipFill>
        <p:spPr>
          <a:xfrm>
            <a:off x="793750" y="14505825"/>
            <a:ext cx="185524" cy="185524"/>
          </a:xfrm>
          <a:prstGeom prst="rect">
            <a:avLst/>
          </a:prstGeom>
          <a:noFill/>
          <a:ln>
            <a:noFill/>
          </a:ln>
        </p:spPr>
      </p:pic>
      <p:pic>
        <p:nvPicPr>
          <p:cNvPr id="99" name="Google Shape;99;p4"/>
          <p:cNvPicPr preferRelativeResize="0"/>
          <p:nvPr/>
        </p:nvPicPr>
        <p:blipFill rotWithShape="1">
          <a:blip r:embed="rId5">
            <a:alphaModFix/>
          </a:blip>
          <a:srcRect/>
          <a:stretch/>
        </p:blipFill>
        <p:spPr>
          <a:xfrm>
            <a:off x="3797375" y="14505825"/>
            <a:ext cx="185525" cy="185525"/>
          </a:xfrm>
          <a:prstGeom prst="rect">
            <a:avLst/>
          </a:prstGeom>
          <a:noFill/>
          <a:ln>
            <a:noFill/>
          </a:ln>
        </p:spPr>
      </p:pic>
      <p:sp>
        <p:nvSpPr>
          <p:cNvPr id="100" name="Google Shape;100;p4"/>
          <p:cNvSpPr/>
          <p:nvPr/>
        </p:nvSpPr>
        <p:spPr>
          <a:xfrm>
            <a:off x="979275" y="2939500"/>
            <a:ext cx="8758500" cy="11004600"/>
          </a:xfrm>
          <a:prstGeom prst="rect">
            <a:avLst/>
          </a:prstGeom>
          <a:solidFill>
            <a:srgbClr val="FFFFFF"/>
          </a:solid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chemeClr val="dk1"/>
              </a:buClr>
              <a:buSzPts val="1100"/>
              <a:buFont typeface="Arial"/>
              <a:buNone/>
            </a:pPr>
            <a:r>
              <a:rPr lang="en" sz="2200" b="1" i="0" u="none" strike="noStrike" cap="none">
                <a:solidFill>
                  <a:srgbClr val="000000"/>
                </a:solidFill>
                <a:latin typeface="Work Sans"/>
                <a:ea typeface="Work Sans"/>
                <a:cs typeface="Work Sans"/>
                <a:sym typeface="Work Sans"/>
              </a:rPr>
              <a:t>	</a:t>
            </a:r>
            <a:endParaRPr sz="2200" b="1" i="0" u="none" strike="noStrike" cap="none">
              <a:solidFill>
                <a:srgbClr val="000000"/>
              </a:solidFill>
              <a:latin typeface="Work Sans"/>
              <a:ea typeface="Work Sans"/>
              <a:cs typeface="Work Sans"/>
              <a:sym typeface="Work Sans"/>
            </a:endParaRPr>
          </a:p>
          <a:p>
            <a:pPr marL="0" marR="0" lvl="0" indent="0" algn="ctr" rtl="0">
              <a:lnSpc>
                <a:spcPct val="115000"/>
              </a:lnSpc>
              <a:spcBef>
                <a:spcPts val="0"/>
              </a:spcBef>
              <a:spcAft>
                <a:spcPts val="0"/>
              </a:spcAft>
              <a:buClr>
                <a:schemeClr val="dk1"/>
              </a:buClr>
              <a:buSzPts val="1100"/>
              <a:buFont typeface="Arial"/>
              <a:buNone/>
            </a:pPr>
            <a:r>
              <a:rPr lang="en" sz="2200" b="1" i="0" u="none" strike="noStrike" cap="none">
                <a:solidFill>
                  <a:srgbClr val="000000"/>
                </a:solidFill>
                <a:latin typeface="Work Sans"/>
                <a:ea typeface="Work Sans"/>
                <a:cs typeface="Work Sans"/>
                <a:sym typeface="Work Sans"/>
              </a:rPr>
              <a:t>CERTIFICATE</a:t>
            </a:r>
            <a:endParaRPr sz="1600" b="0" i="0" u="none" strike="noStrike" cap="none">
              <a:solidFill>
                <a:srgbClr val="000000"/>
              </a:solidFill>
              <a:latin typeface="Work Sans"/>
              <a:ea typeface="Work Sans"/>
              <a:cs typeface="Work Sans"/>
              <a:sym typeface="Work Sans"/>
            </a:endParaRPr>
          </a:p>
          <a:p>
            <a:pPr marL="0" marR="0" lvl="0" indent="0" algn="just" rtl="0">
              <a:lnSpc>
                <a:spcPct val="115000"/>
              </a:lnSpc>
              <a:spcBef>
                <a:spcPts val="0"/>
              </a:spcBef>
              <a:spcAft>
                <a:spcPts val="0"/>
              </a:spcAft>
              <a:buClr>
                <a:srgbClr val="000000"/>
              </a:buClr>
              <a:buSzPts val="1600"/>
              <a:buFont typeface="Arial"/>
              <a:buNone/>
            </a:pPr>
            <a:endParaRPr sz="1600" b="0" i="0" u="none" strike="noStrike" cap="none">
              <a:solidFill>
                <a:srgbClr val="000000"/>
              </a:solidFill>
              <a:latin typeface="Work Sans"/>
              <a:ea typeface="Work Sans"/>
              <a:cs typeface="Work Sans"/>
              <a:sym typeface="Work Sans"/>
            </a:endParaRPr>
          </a:p>
          <a:p>
            <a:pPr marL="0" marR="0" lvl="0" indent="0" algn="just" rtl="0">
              <a:lnSpc>
                <a:spcPct val="115000"/>
              </a:lnSpc>
              <a:spcBef>
                <a:spcPts val="0"/>
              </a:spcBef>
              <a:spcAft>
                <a:spcPts val="0"/>
              </a:spcAft>
              <a:buClr>
                <a:srgbClr val="000000"/>
              </a:buClr>
              <a:buSzPts val="1600"/>
              <a:buFont typeface="Arial"/>
              <a:buNone/>
            </a:pPr>
            <a:endParaRPr sz="1600" b="0" i="0" u="none" strike="noStrike" cap="none">
              <a:solidFill>
                <a:srgbClr val="000000"/>
              </a:solidFill>
              <a:latin typeface="Work Sans"/>
              <a:ea typeface="Work Sans"/>
              <a:cs typeface="Work Sans"/>
              <a:sym typeface="Work Sans"/>
            </a:endParaRPr>
          </a:p>
          <a:p>
            <a:pPr marL="0" marR="0" lvl="0" indent="0" algn="just" rtl="0">
              <a:lnSpc>
                <a:spcPct val="115000"/>
              </a:lnSpc>
              <a:spcBef>
                <a:spcPts val="0"/>
              </a:spcBef>
              <a:spcAft>
                <a:spcPts val="0"/>
              </a:spcAft>
              <a:buClr>
                <a:srgbClr val="000000"/>
              </a:buClr>
              <a:buSzPts val="1800"/>
              <a:buFont typeface="Arial"/>
              <a:buNone/>
            </a:pPr>
            <a:r>
              <a:rPr lang="en" sz="1800" b="0" i="0" u="none" strike="noStrike" cap="none">
                <a:solidFill>
                  <a:srgbClr val="000000"/>
                </a:solidFill>
                <a:latin typeface="IBM Plex Sans"/>
                <a:ea typeface="IBM Plex Sans"/>
                <a:cs typeface="IBM Plex Sans"/>
                <a:sym typeface="IBM Plex Sans"/>
              </a:rPr>
              <a:t>This is to certify that Mr. Nikhil Babu B, student of MBA from Great Eastern Management School, Royal Cottage, The Bangalore Palace, Vasanthnagar, Bengaluru, 560052, was working under my supervision and guidance for his project work. </a:t>
            </a:r>
            <a:endParaRPr sz="1800" b="0" i="0" u="none" strike="noStrike" cap="none">
              <a:solidFill>
                <a:srgbClr val="000000"/>
              </a:solidFill>
              <a:latin typeface="IBM Plex Sans"/>
              <a:ea typeface="IBM Plex Sans"/>
              <a:cs typeface="IBM Plex Sans"/>
              <a:sym typeface="IBM Plex Sans"/>
            </a:endParaRPr>
          </a:p>
          <a:p>
            <a:pPr marL="0" marR="0" lvl="0" indent="0" algn="just" rtl="0">
              <a:lnSpc>
                <a:spcPct val="115000"/>
              </a:lnSpc>
              <a:spcBef>
                <a:spcPts val="0"/>
              </a:spcBef>
              <a:spcAft>
                <a:spcPts val="0"/>
              </a:spcAft>
              <a:buClr>
                <a:srgbClr val="000000"/>
              </a:buClr>
              <a:buSzPts val="1800"/>
              <a:buFont typeface="Arial"/>
              <a:buNone/>
            </a:pPr>
            <a:endParaRPr sz="1800" b="0" i="0" u="none" strike="noStrike" cap="none">
              <a:solidFill>
                <a:srgbClr val="000000"/>
              </a:solidFill>
              <a:latin typeface="IBM Plex Sans"/>
              <a:ea typeface="IBM Plex Sans"/>
              <a:cs typeface="IBM Plex Sans"/>
              <a:sym typeface="IBM Plex Sans"/>
            </a:endParaRPr>
          </a:p>
          <a:p>
            <a:pPr marL="0" marR="0" lvl="0" indent="0" algn="just" rtl="0">
              <a:lnSpc>
                <a:spcPct val="115000"/>
              </a:lnSpc>
              <a:spcBef>
                <a:spcPts val="0"/>
              </a:spcBef>
              <a:spcAft>
                <a:spcPts val="0"/>
              </a:spcAft>
              <a:buClr>
                <a:srgbClr val="000000"/>
              </a:buClr>
              <a:buSzPts val="1800"/>
              <a:buFont typeface="Arial"/>
              <a:buNone/>
            </a:pPr>
            <a:r>
              <a:rPr lang="en" sz="1800" b="0" i="0" u="none" strike="noStrike" cap="none">
                <a:solidFill>
                  <a:srgbClr val="000000"/>
                </a:solidFill>
                <a:latin typeface="IBM Plex Sans"/>
                <a:ea typeface="IBM Plex Sans"/>
                <a:cs typeface="IBM Plex Sans"/>
                <a:sym typeface="IBM Plex Sans"/>
              </a:rPr>
              <a:t>His project work titled </a:t>
            </a:r>
            <a:r>
              <a:rPr lang="en" sz="1800" b="1" i="0" u="none" strike="noStrike" cap="none">
                <a:solidFill>
                  <a:srgbClr val="000000"/>
                </a:solidFill>
                <a:latin typeface="IBM Plex Sans"/>
                <a:ea typeface="IBM Plex Sans"/>
                <a:cs typeface="IBM Plex Sans"/>
                <a:sym typeface="IBM Plex Sans"/>
              </a:rPr>
              <a:t>“‘COMPARATIVE STUDY ON IMPACT OF SOCIAL MEDIA ON GEN X AND MILLENNIALS” </a:t>
            </a:r>
            <a:r>
              <a:rPr lang="en" sz="1800" b="0" i="0" u="none" strike="noStrike" cap="none">
                <a:solidFill>
                  <a:srgbClr val="000000"/>
                </a:solidFill>
                <a:latin typeface="IBM Plex Sans"/>
                <a:ea typeface="IBM Plex Sans"/>
                <a:cs typeface="IBM Plex Sans"/>
                <a:sym typeface="IBM Plex Sans"/>
              </a:rPr>
              <a:t>which he is submitting is a genuine and original work.</a:t>
            </a:r>
            <a:endParaRPr sz="1800" b="0" i="0" u="none" strike="noStrike" cap="none">
              <a:solidFill>
                <a:srgbClr val="000000"/>
              </a:solidFill>
              <a:latin typeface="IBM Plex Sans"/>
              <a:ea typeface="IBM Plex Sans"/>
              <a:cs typeface="IBM Plex Sans"/>
              <a:sym typeface="IBM Plex Sans"/>
            </a:endParaRPr>
          </a:p>
          <a:p>
            <a:pPr marL="0" marR="0" lvl="0" indent="0" algn="just" rtl="0">
              <a:lnSpc>
                <a:spcPct val="115000"/>
              </a:lnSpc>
              <a:spcBef>
                <a:spcPts val="0"/>
              </a:spcBef>
              <a:spcAft>
                <a:spcPts val="0"/>
              </a:spcAft>
              <a:buClr>
                <a:srgbClr val="000000"/>
              </a:buClr>
              <a:buSzPts val="1800"/>
              <a:buFont typeface="Arial"/>
              <a:buNone/>
            </a:pPr>
            <a:endParaRPr sz="1800" b="0" i="0" u="none" strike="noStrike" cap="none">
              <a:solidFill>
                <a:srgbClr val="000000"/>
              </a:solidFill>
              <a:latin typeface="IBM Plex Sans"/>
              <a:ea typeface="IBM Plex Sans"/>
              <a:cs typeface="IBM Plex Sans"/>
              <a:sym typeface="IBM Plex Sans"/>
            </a:endParaRPr>
          </a:p>
          <a:p>
            <a:pPr marL="0" marR="0" lvl="0" indent="0" algn="just" rtl="0">
              <a:lnSpc>
                <a:spcPct val="115000"/>
              </a:lnSpc>
              <a:spcBef>
                <a:spcPts val="0"/>
              </a:spcBef>
              <a:spcAft>
                <a:spcPts val="0"/>
              </a:spcAft>
              <a:buClr>
                <a:srgbClr val="000000"/>
              </a:buClr>
              <a:buSzPts val="1800"/>
              <a:buFont typeface="Arial"/>
              <a:buNone/>
            </a:pPr>
            <a:endParaRPr sz="1800" b="0" i="0" u="none" strike="noStrike" cap="none">
              <a:solidFill>
                <a:srgbClr val="000000"/>
              </a:solidFill>
              <a:latin typeface="IBM Plex Sans"/>
              <a:ea typeface="IBM Plex Sans"/>
              <a:cs typeface="IBM Plex Sans"/>
              <a:sym typeface="IBM Plex Sans"/>
            </a:endParaRPr>
          </a:p>
          <a:p>
            <a:pPr marL="0" marR="0" lvl="0" indent="0" algn="just" rtl="0">
              <a:lnSpc>
                <a:spcPct val="115000"/>
              </a:lnSpc>
              <a:spcBef>
                <a:spcPts val="0"/>
              </a:spcBef>
              <a:spcAft>
                <a:spcPts val="0"/>
              </a:spcAft>
              <a:buClr>
                <a:srgbClr val="000000"/>
              </a:buClr>
              <a:buSzPts val="1800"/>
              <a:buFont typeface="Arial"/>
              <a:buNone/>
            </a:pPr>
            <a:r>
              <a:rPr lang="en" sz="1800" b="0" i="1" u="none" strike="noStrike" cap="none">
                <a:solidFill>
                  <a:srgbClr val="000000"/>
                </a:solidFill>
                <a:latin typeface="IBM Plex Sans"/>
                <a:ea typeface="IBM Plex Sans"/>
                <a:cs typeface="IBM Plex Sans"/>
                <a:sym typeface="IBM Plex Sans"/>
              </a:rPr>
              <a:t>Date</a:t>
            </a:r>
            <a:r>
              <a:rPr lang="en" sz="1800" b="0" i="0" u="none" strike="noStrike" cap="none">
                <a:solidFill>
                  <a:srgbClr val="000000"/>
                </a:solidFill>
                <a:latin typeface="IBM Plex Sans"/>
                <a:ea typeface="IBM Plex Sans"/>
                <a:cs typeface="IBM Plex Sans"/>
                <a:sym typeface="IBM Plex Sans"/>
              </a:rPr>
              <a:t> </a:t>
            </a:r>
            <a:endParaRPr sz="1800" b="0" i="0" u="none" strike="noStrike" cap="none">
              <a:solidFill>
                <a:srgbClr val="000000"/>
              </a:solidFill>
              <a:latin typeface="IBM Plex Sans"/>
              <a:ea typeface="IBM Plex Sans"/>
              <a:cs typeface="IBM Plex Sans"/>
              <a:sym typeface="IBM Plex Sans"/>
            </a:endParaRPr>
          </a:p>
          <a:p>
            <a:pPr marL="0" marR="0" lvl="0" indent="0" algn="just" rtl="0">
              <a:lnSpc>
                <a:spcPct val="115000"/>
              </a:lnSpc>
              <a:spcBef>
                <a:spcPts val="0"/>
              </a:spcBef>
              <a:spcAft>
                <a:spcPts val="0"/>
              </a:spcAft>
              <a:buClr>
                <a:srgbClr val="000000"/>
              </a:buClr>
              <a:buSzPts val="1800"/>
              <a:buFont typeface="Arial"/>
              <a:buNone/>
            </a:pPr>
            <a:r>
              <a:rPr lang="en" sz="1800" b="0" i="0" u="none" strike="noStrike" cap="none">
                <a:solidFill>
                  <a:srgbClr val="000000"/>
                </a:solidFill>
                <a:latin typeface="IBM Plex Sans"/>
                <a:ea typeface="IBM Plex Sans"/>
                <a:cs typeface="IBM Plex Sans"/>
                <a:sym typeface="IBM Plex Sans"/>
              </a:rPr>
              <a:t>21st July 2023</a:t>
            </a:r>
            <a:endParaRPr sz="1800" b="0" i="0" u="none" strike="noStrike" cap="none">
              <a:solidFill>
                <a:srgbClr val="000000"/>
              </a:solidFill>
              <a:latin typeface="IBM Plex Sans"/>
              <a:ea typeface="IBM Plex Sans"/>
              <a:cs typeface="IBM Plex Sans"/>
              <a:sym typeface="IBM Plex Sans"/>
            </a:endParaRPr>
          </a:p>
          <a:p>
            <a:pPr marL="0" marR="0" lvl="0" indent="0" algn="just" rtl="0">
              <a:lnSpc>
                <a:spcPct val="115000"/>
              </a:lnSpc>
              <a:spcBef>
                <a:spcPts val="0"/>
              </a:spcBef>
              <a:spcAft>
                <a:spcPts val="0"/>
              </a:spcAft>
              <a:buClr>
                <a:srgbClr val="000000"/>
              </a:buClr>
              <a:buSzPts val="1800"/>
              <a:buFont typeface="Arial"/>
              <a:buNone/>
            </a:pPr>
            <a:endParaRPr sz="1800" b="0" i="0" u="none" strike="noStrike" cap="none">
              <a:solidFill>
                <a:srgbClr val="000000"/>
              </a:solidFill>
              <a:latin typeface="IBM Plex Sans"/>
              <a:ea typeface="IBM Plex Sans"/>
              <a:cs typeface="IBM Plex Sans"/>
              <a:sym typeface="IBM Plex Sans"/>
            </a:endParaRPr>
          </a:p>
          <a:p>
            <a:pPr marL="0" marR="0" lvl="0" indent="0" algn="just" rtl="0">
              <a:lnSpc>
                <a:spcPct val="115000"/>
              </a:lnSpc>
              <a:spcBef>
                <a:spcPts val="0"/>
              </a:spcBef>
              <a:spcAft>
                <a:spcPts val="0"/>
              </a:spcAft>
              <a:buClr>
                <a:srgbClr val="000000"/>
              </a:buClr>
              <a:buSzPts val="1800"/>
              <a:buFont typeface="Arial"/>
              <a:buNone/>
            </a:pPr>
            <a:endParaRPr sz="1800" b="0" i="0" u="none" strike="noStrike" cap="none">
              <a:solidFill>
                <a:srgbClr val="000000"/>
              </a:solidFill>
              <a:latin typeface="IBM Plex Sans"/>
              <a:ea typeface="IBM Plex Sans"/>
              <a:cs typeface="IBM Plex Sans"/>
              <a:sym typeface="IBM Plex Sans"/>
            </a:endParaRPr>
          </a:p>
          <a:p>
            <a:pPr marL="0" marR="0" lvl="0" indent="0" algn="r" rtl="0">
              <a:lnSpc>
                <a:spcPct val="115000"/>
              </a:lnSpc>
              <a:spcBef>
                <a:spcPts val="0"/>
              </a:spcBef>
              <a:spcAft>
                <a:spcPts val="0"/>
              </a:spcAft>
              <a:buClr>
                <a:srgbClr val="000000"/>
              </a:buClr>
              <a:buSzPts val="1800"/>
              <a:buFont typeface="Arial"/>
              <a:buNone/>
            </a:pPr>
            <a:r>
              <a:rPr lang="en" sz="1800" b="0" i="1" u="none" strike="noStrike" cap="none">
                <a:solidFill>
                  <a:srgbClr val="000000"/>
                </a:solidFill>
                <a:latin typeface="IBM Plex Sans"/>
                <a:ea typeface="IBM Plex Sans"/>
                <a:cs typeface="IBM Plex Sans"/>
                <a:sym typeface="IBM Plex Sans"/>
              </a:rPr>
              <a:t>Signature</a:t>
            </a:r>
            <a:endParaRPr sz="1800" b="0" i="1" u="none" strike="noStrike" cap="none">
              <a:solidFill>
                <a:srgbClr val="000000"/>
              </a:solidFill>
              <a:latin typeface="IBM Plex Sans"/>
              <a:ea typeface="IBM Plex Sans"/>
              <a:cs typeface="IBM Plex Sans"/>
              <a:sym typeface="IBM Plex Sans"/>
            </a:endParaRPr>
          </a:p>
          <a:p>
            <a:pPr marL="0" marR="0" lvl="0" indent="0" algn="r" rtl="0">
              <a:lnSpc>
                <a:spcPct val="115000"/>
              </a:lnSpc>
              <a:spcBef>
                <a:spcPts val="0"/>
              </a:spcBef>
              <a:spcAft>
                <a:spcPts val="0"/>
              </a:spcAft>
              <a:buClr>
                <a:srgbClr val="000000"/>
              </a:buClr>
              <a:buSzPts val="1800"/>
              <a:buFont typeface="Arial"/>
              <a:buNone/>
            </a:pPr>
            <a:endParaRPr sz="1800" b="0" i="0" u="none" strike="noStrike" cap="none">
              <a:solidFill>
                <a:srgbClr val="000000"/>
              </a:solidFill>
              <a:latin typeface="IBM Plex Sans"/>
              <a:ea typeface="IBM Plex Sans"/>
              <a:cs typeface="IBM Plex Sans"/>
              <a:sym typeface="IBM Plex Sans"/>
            </a:endParaRPr>
          </a:p>
          <a:p>
            <a:pPr marL="0" marR="0" lvl="0" indent="0" algn="r" rtl="0">
              <a:lnSpc>
                <a:spcPct val="115000"/>
              </a:lnSpc>
              <a:spcBef>
                <a:spcPts val="0"/>
              </a:spcBef>
              <a:spcAft>
                <a:spcPts val="0"/>
              </a:spcAft>
              <a:buClr>
                <a:srgbClr val="000000"/>
              </a:buClr>
              <a:buSzPts val="1800"/>
              <a:buFont typeface="Arial"/>
              <a:buNone/>
            </a:pPr>
            <a:endParaRPr sz="1800" b="0" i="0" u="none" strike="noStrike" cap="none">
              <a:solidFill>
                <a:srgbClr val="000000"/>
              </a:solidFill>
              <a:latin typeface="IBM Plex Sans"/>
              <a:ea typeface="IBM Plex Sans"/>
              <a:cs typeface="IBM Plex Sans"/>
              <a:sym typeface="IBM Plex Sans"/>
            </a:endParaRPr>
          </a:p>
          <a:p>
            <a:pPr marL="0" marR="0" lvl="0" indent="0" algn="r" rtl="0">
              <a:lnSpc>
                <a:spcPct val="115000"/>
              </a:lnSpc>
              <a:spcBef>
                <a:spcPts val="0"/>
              </a:spcBef>
              <a:spcAft>
                <a:spcPts val="0"/>
              </a:spcAft>
              <a:buClr>
                <a:srgbClr val="000000"/>
              </a:buClr>
              <a:buSzPts val="1800"/>
              <a:buFont typeface="Arial"/>
              <a:buNone/>
            </a:pPr>
            <a:endParaRPr sz="1800" b="0" i="0" u="none" strike="noStrike" cap="none">
              <a:solidFill>
                <a:srgbClr val="000000"/>
              </a:solidFill>
              <a:latin typeface="IBM Plex Sans"/>
              <a:ea typeface="IBM Plex Sans"/>
              <a:cs typeface="IBM Plex Sans"/>
              <a:sym typeface="IBM Plex Sans"/>
            </a:endParaRPr>
          </a:p>
          <a:p>
            <a:pPr marL="0" marR="0" lvl="0" indent="0" algn="r" rtl="0">
              <a:lnSpc>
                <a:spcPct val="115000"/>
              </a:lnSpc>
              <a:spcBef>
                <a:spcPts val="0"/>
              </a:spcBef>
              <a:spcAft>
                <a:spcPts val="0"/>
              </a:spcAft>
              <a:buClr>
                <a:srgbClr val="000000"/>
              </a:buClr>
              <a:buSzPts val="1800"/>
              <a:buFont typeface="Arial"/>
              <a:buNone/>
            </a:pPr>
            <a:r>
              <a:rPr lang="en" sz="1800" b="1" i="0" u="none" strike="noStrike" cap="none">
                <a:solidFill>
                  <a:srgbClr val="000000"/>
                </a:solidFill>
                <a:latin typeface="IBM Plex Sans"/>
                <a:ea typeface="IBM Plex Sans"/>
                <a:cs typeface="IBM Plex Sans"/>
                <a:sym typeface="IBM Plex Sans"/>
              </a:rPr>
              <a:t>TARAKA ANIL SABBINENI</a:t>
            </a:r>
            <a:endParaRPr sz="1800" b="1" i="0" u="none" strike="noStrike" cap="none">
              <a:solidFill>
                <a:srgbClr val="000000"/>
              </a:solidFill>
              <a:latin typeface="IBM Plex Sans"/>
              <a:ea typeface="IBM Plex Sans"/>
              <a:cs typeface="IBM Plex Sans"/>
              <a:sym typeface="IBM Plex Sans"/>
            </a:endParaRPr>
          </a:p>
          <a:p>
            <a:pPr marL="0" marR="0" lvl="0" indent="0" algn="r" rtl="0">
              <a:lnSpc>
                <a:spcPct val="115000"/>
              </a:lnSpc>
              <a:spcBef>
                <a:spcPts val="0"/>
              </a:spcBef>
              <a:spcAft>
                <a:spcPts val="0"/>
              </a:spcAft>
              <a:buClr>
                <a:srgbClr val="000000"/>
              </a:buClr>
              <a:buSzPts val="1800"/>
              <a:buFont typeface="Arial"/>
              <a:buNone/>
            </a:pPr>
            <a:r>
              <a:rPr lang="en" sz="1800" b="0" i="0" u="none" strike="noStrike" cap="none">
                <a:solidFill>
                  <a:srgbClr val="000000"/>
                </a:solidFill>
                <a:latin typeface="IBM Plex Sans"/>
                <a:ea typeface="IBM Plex Sans"/>
                <a:cs typeface="IBM Plex Sans"/>
                <a:sym typeface="IBM Plex Sans"/>
              </a:rPr>
              <a:t>Head of Digital Marketing</a:t>
            </a:r>
            <a:endParaRPr sz="1800" b="0" i="0" u="none" strike="noStrike" cap="none">
              <a:solidFill>
                <a:srgbClr val="000000"/>
              </a:solidFill>
              <a:latin typeface="IBM Plex Sans"/>
              <a:ea typeface="IBM Plex Sans"/>
              <a:cs typeface="IBM Plex Sans"/>
              <a:sym typeface="IBM Plex Sans"/>
            </a:endParaRPr>
          </a:p>
          <a:p>
            <a:pPr marL="0" marR="0" lvl="0" indent="0" algn="r" rtl="0">
              <a:lnSpc>
                <a:spcPct val="115000"/>
              </a:lnSpc>
              <a:spcBef>
                <a:spcPts val="0"/>
              </a:spcBef>
              <a:spcAft>
                <a:spcPts val="0"/>
              </a:spcAft>
              <a:buClr>
                <a:srgbClr val="000000"/>
              </a:buClr>
              <a:buSzPts val="1800"/>
              <a:buFont typeface="Arial"/>
              <a:buNone/>
            </a:pPr>
            <a:r>
              <a:rPr lang="en" sz="1800" b="0" i="0" u="none" strike="noStrike" cap="none">
                <a:solidFill>
                  <a:srgbClr val="000000"/>
                </a:solidFill>
                <a:latin typeface="IBM Plex Sans"/>
                <a:ea typeface="IBM Plex Sans"/>
                <a:cs typeface="IBM Plex Sans"/>
                <a:sym typeface="IBM Plex Sans"/>
              </a:rPr>
              <a:t>Integra Micro Software Services Pvt. Ltd.</a:t>
            </a:r>
            <a:endParaRPr sz="1800" b="0" i="0" u="none" strike="noStrike" cap="none">
              <a:solidFill>
                <a:srgbClr val="000000"/>
              </a:solidFill>
              <a:latin typeface="IBM Plex Sans"/>
              <a:ea typeface="IBM Plex Sans"/>
              <a:cs typeface="IBM Plex Sans"/>
              <a:sym typeface="IBM Plex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4"/>
        <p:cNvGrpSpPr/>
        <p:nvPr/>
      </p:nvGrpSpPr>
      <p:grpSpPr>
        <a:xfrm>
          <a:off x="0" y="0"/>
          <a:ext cx="0" cy="0"/>
          <a:chOff x="0" y="0"/>
          <a:chExt cx="0" cy="0"/>
        </a:xfrm>
      </p:grpSpPr>
      <p:pic>
        <p:nvPicPr>
          <p:cNvPr id="105" name="Google Shape;105;p5"/>
          <p:cNvPicPr preferRelativeResize="0"/>
          <p:nvPr/>
        </p:nvPicPr>
        <p:blipFill rotWithShape="1">
          <a:blip r:embed="rId3">
            <a:alphaModFix/>
          </a:blip>
          <a:srcRect/>
          <a:stretch/>
        </p:blipFill>
        <p:spPr>
          <a:xfrm>
            <a:off x="793750" y="381725"/>
            <a:ext cx="2222500" cy="1359600"/>
          </a:xfrm>
          <a:prstGeom prst="rect">
            <a:avLst/>
          </a:prstGeom>
          <a:noFill/>
          <a:ln>
            <a:noFill/>
          </a:ln>
        </p:spPr>
      </p:pic>
      <p:sp>
        <p:nvSpPr>
          <p:cNvPr id="106" name="Google Shape;106;p5"/>
          <p:cNvSpPr/>
          <p:nvPr/>
        </p:nvSpPr>
        <p:spPr>
          <a:xfrm>
            <a:off x="-708150" y="1939325"/>
            <a:ext cx="12060600" cy="12004800"/>
          </a:xfrm>
          <a:prstGeom prst="rect">
            <a:avLst/>
          </a:prstGeom>
          <a:noFill/>
          <a:ln w="9525" cap="flat" cmpd="sng">
            <a:solidFill>
              <a:srgbClr val="2A207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5"/>
          <p:cNvSpPr txBox="1"/>
          <p:nvPr/>
        </p:nvSpPr>
        <p:spPr>
          <a:xfrm>
            <a:off x="3016250" y="381725"/>
            <a:ext cx="7306200" cy="1557600"/>
          </a:xfrm>
          <a:prstGeom prst="rect">
            <a:avLst/>
          </a:prstGeom>
          <a:noFill/>
          <a:ln>
            <a:noFill/>
          </a:ln>
        </p:spPr>
        <p:txBody>
          <a:bodyPr spcFirstLastPara="1" wrap="square" lIns="451125" tIns="451125" rIns="451125" bIns="451125" anchor="ctr" anchorCtr="0">
            <a:noAutofit/>
          </a:bodyPr>
          <a:lstStyle/>
          <a:p>
            <a:pPr marL="0" marR="0" lvl="0" indent="0" algn="l" rtl="0">
              <a:lnSpc>
                <a:spcPct val="115000"/>
              </a:lnSpc>
              <a:spcBef>
                <a:spcPts val="0"/>
              </a:spcBef>
              <a:spcAft>
                <a:spcPts val="0"/>
              </a:spcAft>
              <a:buClr>
                <a:schemeClr val="dk1"/>
              </a:buClr>
              <a:buSzPts val="200"/>
              <a:buFont typeface="Arial"/>
              <a:buNone/>
            </a:pPr>
            <a:r>
              <a:rPr lang="en" sz="2200" b="1" i="0" u="none" strike="noStrike" cap="none">
                <a:solidFill>
                  <a:srgbClr val="000000"/>
                </a:solidFill>
                <a:latin typeface="Sintony"/>
                <a:ea typeface="Sintony"/>
                <a:cs typeface="Sintony"/>
                <a:sym typeface="Sintony"/>
              </a:rPr>
              <a:t>Integra Micro Software Services Pvt. Ltd.</a:t>
            </a:r>
            <a:endParaRPr sz="2200" b="1" i="0" u="none" strike="noStrike" cap="none">
              <a:solidFill>
                <a:srgbClr val="000000"/>
              </a:solidFill>
              <a:latin typeface="Sintony"/>
              <a:ea typeface="Sintony"/>
              <a:cs typeface="Sintony"/>
              <a:sym typeface="Sintony"/>
            </a:endParaRPr>
          </a:p>
          <a:p>
            <a:pPr marL="0" marR="0" lvl="0" indent="0" algn="l" rtl="0">
              <a:lnSpc>
                <a:spcPct val="115000"/>
              </a:lnSpc>
              <a:spcBef>
                <a:spcPts val="0"/>
              </a:spcBef>
              <a:spcAft>
                <a:spcPts val="0"/>
              </a:spcAft>
              <a:buClr>
                <a:schemeClr val="dk1"/>
              </a:buClr>
              <a:buSzPts val="200"/>
              <a:buFont typeface="Arial"/>
              <a:buNone/>
            </a:pPr>
            <a:r>
              <a:rPr lang="en" sz="1400" b="0" i="0" u="none" strike="noStrike" cap="none">
                <a:solidFill>
                  <a:srgbClr val="000000"/>
                </a:solidFill>
                <a:latin typeface="Open Sans"/>
                <a:ea typeface="Open Sans"/>
                <a:cs typeface="Open Sans"/>
                <a:sym typeface="Open Sans"/>
              </a:rPr>
              <a:t>4, Bellary Road, 12th KM, Jakkur, Bangalore, India. 560064</a:t>
            </a:r>
            <a:endParaRPr sz="1400" b="0" i="0" u="none" strike="noStrike" cap="none">
              <a:solidFill>
                <a:srgbClr val="000000"/>
              </a:solidFill>
              <a:latin typeface="Open Sans"/>
              <a:ea typeface="Open Sans"/>
              <a:cs typeface="Open Sans"/>
              <a:sym typeface="Open Sans"/>
            </a:endParaRPr>
          </a:p>
          <a:p>
            <a:pPr marL="0" marR="0" lvl="0" indent="0" algn="l" rtl="0">
              <a:lnSpc>
                <a:spcPct val="115000"/>
              </a:lnSpc>
              <a:spcBef>
                <a:spcPts val="1000"/>
              </a:spcBef>
              <a:spcAft>
                <a:spcPts val="0"/>
              </a:spcAft>
              <a:buClr>
                <a:schemeClr val="dk1"/>
              </a:buClr>
              <a:buSzPts val="200"/>
              <a:buFont typeface="Arial"/>
              <a:buNone/>
            </a:pPr>
            <a:r>
              <a:rPr lang="en" sz="1600" b="0" i="0" u="none" strike="noStrike" cap="none">
                <a:solidFill>
                  <a:srgbClr val="000000"/>
                </a:solidFill>
                <a:latin typeface="Open Sans"/>
                <a:ea typeface="Open Sans"/>
                <a:cs typeface="Open Sans"/>
                <a:sym typeface="Open Sans"/>
              </a:rPr>
              <a:t>      +91 80 4663 2400	            +91 80 2856 5800</a:t>
            </a:r>
            <a:endParaRPr sz="1600" b="0" i="0" u="none" strike="noStrike" cap="none">
              <a:solidFill>
                <a:srgbClr val="000000"/>
              </a:solidFill>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200"/>
              <a:buFont typeface="Arial"/>
              <a:buNone/>
            </a:pPr>
            <a:r>
              <a:rPr lang="en" sz="1600" b="0" i="0" u="none" strike="noStrike" cap="none">
                <a:solidFill>
                  <a:srgbClr val="000000"/>
                </a:solidFill>
                <a:latin typeface="Open Sans"/>
                <a:ea typeface="Open Sans"/>
                <a:cs typeface="Open Sans"/>
                <a:sym typeface="Open Sans"/>
              </a:rPr>
              <a:t>      business@imss.work 	    www.imss.work</a:t>
            </a:r>
            <a:endParaRPr sz="1600" b="0" i="0" u="none" strike="noStrike" cap="none">
              <a:solidFill>
                <a:srgbClr val="000000"/>
              </a:solidFill>
              <a:latin typeface="Open Sans"/>
              <a:ea typeface="Open Sans"/>
              <a:cs typeface="Open Sans"/>
              <a:sym typeface="Open Sans"/>
            </a:endParaRPr>
          </a:p>
        </p:txBody>
      </p:sp>
      <p:pic>
        <p:nvPicPr>
          <p:cNvPr id="108" name="Google Shape;108;p5"/>
          <p:cNvPicPr preferRelativeResize="0"/>
          <p:nvPr/>
        </p:nvPicPr>
        <p:blipFill rotWithShape="1">
          <a:blip r:embed="rId4">
            <a:alphaModFix/>
          </a:blip>
          <a:srcRect/>
          <a:stretch/>
        </p:blipFill>
        <p:spPr>
          <a:xfrm>
            <a:off x="3484075" y="1298275"/>
            <a:ext cx="185524" cy="185524"/>
          </a:xfrm>
          <a:prstGeom prst="rect">
            <a:avLst/>
          </a:prstGeom>
          <a:noFill/>
          <a:ln>
            <a:noFill/>
          </a:ln>
        </p:spPr>
      </p:pic>
      <p:pic>
        <p:nvPicPr>
          <p:cNvPr id="109" name="Google Shape;109;p5"/>
          <p:cNvPicPr preferRelativeResize="0"/>
          <p:nvPr/>
        </p:nvPicPr>
        <p:blipFill rotWithShape="1">
          <a:blip r:embed="rId5">
            <a:alphaModFix/>
          </a:blip>
          <a:srcRect/>
          <a:stretch/>
        </p:blipFill>
        <p:spPr>
          <a:xfrm>
            <a:off x="6126800" y="1298275"/>
            <a:ext cx="185525" cy="185525"/>
          </a:xfrm>
          <a:prstGeom prst="rect">
            <a:avLst/>
          </a:prstGeom>
          <a:noFill/>
          <a:ln>
            <a:noFill/>
          </a:ln>
        </p:spPr>
      </p:pic>
      <p:pic>
        <p:nvPicPr>
          <p:cNvPr id="110" name="Google Shape;110;p5"/>
          <p:cNvPicPr preferRelativeResize="0"/>
          <p:nvPr/>
        </p:nvPicPr>
        <p:blipFill rotWithShape="1">
          <a:blip r:embed="rId6">
            <a:alphaModFix/>
          </a:blip>
          <a:srcRect l="7678" t="15475" r="7287" b="15191"/>
          <a:stretch/>
        </p:blipFill>
        <p:spPr>
          <a:xfrm>
            <a:off x="3484075" y="1590050"/>
            <a:ext cx="185525" cy="151278"/>
          </a:xfrm>
          <a:prstGeom prst="rect">
            <a:avLst/>
          </a:prstGeom>
          <a:noFill/>
          <a:ln>
            <a:noFill/>
          </a:ln>
        </p:spPr>
      </p:pic>
      <p:pic>
        <p:nvPicPr>
          <p:cNvPr id="111" name="Google Shape;111;p5"/>
          <p:cNvPicPr preferRelativeResize="0"/>
          <p:nvPr/>
        </p:nvPicPr>
        <p:blipFill rotWithShape="1">
          <a:blip r:embed="rId7">
            <a:alphaModFix/>
          </a:blip>
          <a:srcRect/>
          <a:stretch/>
        </p:blipFill>
        <p:spPr>
          <a:xfrm>
            <a:off x="6143925" y="1590050"/>
            <a:ext cx="151276" cy="151276"/>
          </a:xfrm>
          <a:prstGeom prst="rect">
            <a:avLst/>
          </a:prstGeom>
          <a:noFill/>
          <a:ln>
            <a:noFill/>
          </a:ln>
        </p:spPr>
      </p:pic>
      <p:sp>
        <p:nvSpPr>
          <p:cNvPr id="112" name="Google Shape;112;p5"/>
          <p:cNvSpPr txBox="1"/>
          <p:nvPr/>
        </p:nvSpPr>
        <p:spPr>
          <a:xfrm>
            <a:off x="336550" y="13944125"/>
            <a:ext cx="9528600" cy="1101600"/>
          </a:xfrm>
          <a:prstGeom prst="rect">
            <a:avLst/>
          </a:prstGeom>
          <a:noFill/>
          <a:ln>
            <a:noFill/>
          </a:ln>
        </p:spPr>
        <p:txBody>
          <a:bodyPr spcFirstLastPara="1" wrap="square" lIns="451125" tIns="451125" rIns="451125" bIns="451125" anchor="ctr" anchorCtr="0">
            <a:noAutofit/>
          </a:bodyPr>
          <a:lstStyle/>
          <a:p>
            <a:pPr marL="0" marR="0" lvl="0" indent="0" algn="l" rtl="0">
              <a:lnSpc>
                <a:spcPct val="115000"/>
              </a:lnSpc>
              <a:spcBef>
                <a:spcPts val="0"/>
              </a:spcBef>
              <a:spcAft>
                <a:spcPts val="0"/>
              </a:spcAft>
              <a:buClr>
                <a:schemeClr val="dk1"/>
              </a:buClr>
              <a:buSzPts val="200"/>
              <a:buFont typeface="Arial"/>
              <a:buNone/>
            </a:pPr>
            <a:r>
              <a:rPr lang="en" sz="1400" b="1" i="0" u="none" strike="noStrike" cap="none">
                <a:solidFill>
                  <a:srgbClr val="000000"/>
                </a:solidFill>
                <a:latin typeface="Quicksand"/>
                <a:ea typeface="Quicksand"/>
                <a:cs typeface="Quicksand"/>
                <a:sym typeface="Quicksand"/>
              </a:rPr>
              <a:t>Registered office:</a:t>
            </a:r>
            <a:r>
              <a:rPr lang="en" sz="1400" b="0" i="0" u="none" strike="noStrike" cap="none">
                <a:solidFill>
                  <a:srgbClr val="000000"/>
                </a:solidFill>
                <a:latin typeface="Open Sans"/>
                <a:ea typeface="Open Sans"/>
                <a:cs typeface="Open Sans"/>
                <a:sym typeface="Open Sans"/>
              </a:rPr>
              <a:t> G5, Swiss Complex, 33 Racecourse road, Bangalore, India. 560001</a:t>
            </a:r>
            <a:endParaRPr sz="1400" b="0" i="0" u="none" strike="noStrike" cap="none">
              <a:solidFill>
                <a:srgbClr val="000000"/>
              </a:solidFill>
              <a:latin typeface="Open Sans"/>
              <a:ea typeface="Open Sans"/>
              <a:cs typeface="Open Sans"/>
              <a:sym typeface="Open Sans"/>
            </a:endParaRPr>
          </a:p>
          <a:p>
            <a:pPr marL="0" marR="0" lvl="0" indent="0" algn="l" rtl="0">
              <a:lnSpc>
                <a:spcPct val="115000"/>
              </a:lnSpc>
              <a:spcBef>
                <a:spcPts val="0"/>
              </a:spcBef>
              <a:spcAft>
                <a:spcPts val="0"/>
              </a:spcAft>
              <a:buClr>
                <a:schemeClr val="dk1"/>
              </a:buClr>
              <a:buSzPts val="200"/>
              <a:buFont typeface="Arial"/>
              <a:buNone/>
            </a:pPr>
            <a:r>
              <a:rPr lang="en" sz="1400" b="0" i="0" u="none" strike="noStrike" cap="none">
                <a:solidFill>
                  <a:srgbClr val="000000"/>
                </a:solidFill>
                <a:latin typeface="Open Sans"/>
                <a:ea typeface="Open Sans"/>
                <a:cs typeface="Open Sans"/>
                <a:sym typeface="Open Sans"/>
              </a:rPr>
              <a:t>     +91 80 2225 0073 </a:t>
            </a:r>
            <a:r>
              <a:rPr lang="en" sz="1400" b="1" i="0" u="none" strike="noStrike" cap="none">
                <a:solidFill>
                  <a:srgbClr val="000000"/>
                </a:solidFill>
                <a:latin typeface="Open Sans"/>
                <a:ea typeface="Open Sans"/>
                <a:cs typeface="Open Sans"/>
                <a:sym typeface="Open Sans"/>
              </a:rPr>
              <a:t>/</a:t>
            </a:r>
            <a:r>
              <a:rPr lang="en" sz="1400" b="0" i="0" u="none" strike="noStrike" cap="none">
                <a:solidFill>
                  <a:srgbClr val="000000"/>
                </a:solidFill>
                <a:latin typeface="Open Sans"/>
                <a:ea typeface="Open Sans"/>
                <a:cs typeface="Open Sans"/>
                <a:sym typeface="Open Sans"/>
              </a:rPr>
              <a:t> 2225 7027	            +91 80 2220 3928	</a:t>
            </a:r>
            <a:r>
              <a:rPr lang="en" sz="1400" b="1" i="0" u="none" strike="noStrike" cap="none">
                <a:solidFill>
                  <a:schemeClr val="dk1"/>
                </a:solidFill>
                <a:latin typeface="Quicksand"/>
                <a:ea typeface="Quicksand"/>
                <a:cs typeface="Quicksand"/>
                <a:sym typeface="Quicksand"/>
              </a:rPr>
              <a:t>CIN:</a:t>
            </a:r>
            <a:r>
              <a:rPr lang="en" sz="1400" b="0" i="0" u="none" strike="noStrike" cap="none">
                <a:solidFill>
                  <a:schemeClr val="dk1"/>
                </a:solidFill>
                <a:latin typeface="Open Sans"/>
                <a:ea typeface="Open Sans"/>
                <a:cs typeface="Open Sans"/>
                <a:sym typeface="Open Sans"/>
              </a:rPr>
              <a:t> U72200KA1999PTC026063</a:t>
            </a:r>
            <a:endParaRPr sz="1400" b="0" i="0" u="none" strike="noStrike" cap="none">
              <a:solidFill>
                <a:srgbClr val="000000"/>
              </a:solidFill>
              <a:latin typeface="Open Sans"/>
              <a:ea typeface="Open Sans"/>
              <a:cs typeface="Open Sans"/>
              <a:sym typeface="Open Sans"/>
            </a:endParaRPr>
          </a:p>
        </p:txBody>
      </p:sp>
      <p:pic>
        <p:nvPicPr>
          <p:cNvPr id="113" name="Google Shape;113;p5"/>
          <p:cNvPicPr preferRelativeResize="0"/>
          <p:nvPr/>
        </p:nvPicPr>
        <p:blipFill rotWithShape="1">
          <a:blip r:embed="rId4">
            <a:alphaModFix/>
          </a:blip>
          <a:srcRect/>
          <a:stretch/>
        </p:blipFill>
        <p:spPr>
          <a:xfrm>
            <a:off x="793750" y="14505825"/>
            <a:ext cx="185524" cy="185524"/>
          </a:xfrm>
          <a:prstGeom prst="rect">
            <a:avLst/>
          </a:prstGeom>
          <a:noFill/>
          <a:ln>
            <a:noFill/>
          </a:ln>
        </p:spPr>
      </p:pic>
      <p:pic>
        <p:nvPicPr>
          <p:cNvPr id="114" name="Google Shape;114;p5"/>
          <p:cNvPicPr preferRelativeResize="0"/>
          <p:nvPr/>
        </p:nvPicPr>
        <p:blipFill rotWithShape="1">
          <a:blip r:embed="rId5">
            <a:alphaModFix/>
          </a:blip>
          <a:srcRect/>
          <a:stretch/>
        </p:blipFill>
        <p:spPr>
          <a:xfrm>
            <a:off x="3797375" y="14505825"/>
            <a:ext cx="185525" cy="185525"/>
          </a:xfrm>
          <a:prstGeom prst="rect">
            <a:avLst/>
          </a:prstGeom>
          <a:noFill/>
          <a:ln>
            <a:noFill/>
          </a:ln>
        </p:spPr>
      </p:pic>
      <p:sp>
        <p:nvSpPr>
          <p:cNvPr id="115" name="Google Shape;115;p5"/>
          <p:cNvSpPr/>
          <p:nvPr/>
        </p:nvSpPr>
        <p:spPr>
          <a:xfrm>
            <a:off x="979275" y="2289825"/>
            <a:ext cx="8758500" cy="11654400"/>
          </a:xfrm>
          <a:prstGeom prst="rect">
            <a:avLst/>
          </a:prstGeom>
          <a:solidFill>
            <a:srgbClr val="FFFFFF"/>
          </a:solidFill>
          <a:ln>
            <a:noFill/>
          </a:ln>
        </p:spPr>
        <p:txBody>
          <a:bodyPr spcFirstLastPara="1" wrap="square" lIns="91425" tIns="91425" rIns="91425" bIns="91425" anchor="t" anchorCtr="0">
            <a:noAutofit/>
          </a:bodyPr>
          <a:lstStyle/>
          <a:p>
            <a:pPr marL="457200" marR="0" lvl="0" indent="0" algn="just" rtl="0">
              <a:lnSpc>
                <a:spcPct val="115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17.	Bid Validity: 180 days</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18.	The contract will be given to item-wise least one (L1).</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19.	Our Institute is registered with DSIR and we are exempted from Excise Duty &amp; Custom Duty. Hence CDEC/DSIR will be provided to the firm, if demanded. Rate should be quoted accordingly.</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20.	Payment:- The payment will be released after satisfactory certificate from the Indentor.</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Payment Terms: In order to facilitate for speedy settlement of payment you are requested to furnish the following details as below:</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1.	Name of the firm:</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2.	Name of the Bank:</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3.	IFSC Code of Bank:</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4.	Name of the Account &amp; Account No.:</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5.	Branch Code:</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6.	Amount to be paid:</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7.	E-mail address of the party:</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8.	GST No. and Pan No. copies</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21.	Development of Software:- Within 30 days from the date of receipt of Purchase Order in the Institute failing which Liquidated Damage clause shall apply.</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Liquidated Damage clause: It would be realized @ 0.5% (half per cent) of the base price (excluding taxes) of the delayed goods for each week of delay subject to maximum 20%.</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22.	Prices:</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Price structure:</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a)	The tenderer shall quote for the complete requirement of goods and services and for the full quantity as shown against a serial number in the List of Requirements in  Annexure - VIII. Unless otherwise specified in Annexure – VIII, the tenderers are, however, free not to quote against all the serial numbers mentioned in the list of requirements (in case there are more than one serial number in the list of requirements).</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b)	The rates and prices quoted shall be in Indian Rupees</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c)	GST rate and amount and basic value of equipment is to shown separately along with GST registration No. and Pan No.</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d)	The rates and prices quoted by the supplier shall remain firm and fixed during the currency of the contract and shall not be subject to variation on any account, whatsoever, including statutory variations, if any.</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„Terms &amp; Conditions are acceptable‟</a:t>
            </a: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endParaRPr sz="1400" b="0" i="0" u="none" strike="noStrike" cap="none">
              <a:solidFill>
                <a:srgbClr val="000000"/>
              </a:solidFill>
              <a:latin typeface="Roboto"/>
              <a:ea typeface="Roboto"/>
              <a:cs typeface="Roboto"/>
              <a:sym typeface="Robo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Roboto"/>
                <a:ea typeface="Roboto"/>
                <a:cs typeface="Roboto"/>
                <a:sym typeface="Roboto"/>
              </a:rPr>
              <a:t>Dated	(Authorized signatory of the firm)</a:t>
            </a:r>
            <a:endParaRPr sz="1400" b="0" i="0" u="none" strike="noStrike" cap="none">
              <a:solidFill>
                <a:srgbClr val="000000"/>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Simple Light">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TotalTime>
  <Words>2022</Words>
  <Application>Microsoft Office PowerPoint</Application>
  <PresentationFormat>Custom</PresentationFormat>
  <Paragraphs>145</Paragraphs>
  <Slides>10</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Work Sans</vt:lpstr>
      <vt:lpstr>Arial</vt:lpstr>
      <vt:lpstr>IBM Plex Sans</vt:lpstr>
      <vt:lpstr>Open Sans</vt:lpstr>
      <vt:lpstr>Quicksand</vt:lpstr>
      <vt:lpstr>Roboto</vt:lpstr>
      <vt:lpstr>Space Grotesk</vt:lpstr>
      <vt:lpstr>Plus Jakarta Sans</vt:lpstr>
      <vt:lpstr>Sintony</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Anilyzed</cp:lastModifiedBy>
  <cp:revision>1</cp:revision>
  <cp:lastPrinted>2026-08-05T06:33:30Z</cp:lastPrinted>
  <dcterms:modified xsi:type="dcterms:W3CDTF">2026-08-13T10:36:34Z</dcterms:modified>
</cp:coreProperties>
</file>