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19"/>
  </p:notesMasterIdLst>
  <p:sldIdLst>
    <p:sldId id="314" r:id="rId2"/>
    <p:sldId id="321" r:id="rId3"/>
    <p:sldId id="319" r:id="rId4"/>
    <p:sldId id="320" r:id="rId5"/>
    <p:sldId id="318" r:id="rId6"/>
    <p:sldId id="317" r:id="rId7"/>
    <p:sldId id="311" r:id="rId8"/>
    <p:sldId id="316" r:id="rId9"/>
    <p:sldId id="307" r:id="rId10"/>
    <p:sldId id="312" r:id="rId11"/>
    <p:sldId id="306" r:id="rId12"/>
    <p:sldId id="313" r:id="rId13"/>
    <p:sldId id="300" r:id="rId14"/>
    <p:sldId id="310" r:id="rId15"/>
    <p:sldId id="298" r:id="rId16"/>
    <p:sldId id="299" r:id="rId17"/>
    <p:sldId id="294" r:id="rId18"/>
  </p:sldIdLst>
  <p:sldSz cx="6480175" cy="3960813"/>
  <p:notesSz cx="7010400" cy="9296400"/>
  <p:embeddedFontLst>
    <p:embeddedFont>
      <p:font typeface="Plus Jakarta Sans" pitchFamily="2" charset="0"/>
      <p:regular r:id="rId20"/>
      <p:bold r:id="rId21"/>
      <p:italic r:id="rId22"/>
      <p:boldItalic r:id="rId23"/>
    </p:embeddedFont>
    <p:embeddedFont>
      <p:font typeface="Space Grotesk" pitchFamily="2" charset="0"/>
      <p:regular r:id="rId24"/>
      <p:bold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59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59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59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59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59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59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59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59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59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246" userDrawn="1">
          <p15:clr>
            <a:srgbClr val="A4A3A4"/>
          </p15:clr>
        </p15:guide>
        <p15:guide id="2" pos="20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4D1C"/>
    <a:srgbClr val="FFAB40"/>
    <a:srgbClr val="3B3EA9"/>
    <a:srgbClr val="37389F"/>
    <a:srgbClr val="FFFFFF"/>
    <a:srgbClr val="8A6914"/>
    <a:srgbClr val="755811"/>
    <a:srgbClr val="0E0D0D"/>
    <a:srgbClr val="79D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248" autoAdjust="0"/>
    <p:restoredTop sz="93341" autoAdjust="0"/>
  </p:normalViewPr>
  <p:slideViewPr>
    <p:cSldViewPr snapToGrid="0">
      <p:cViewPr>
        <p:scale>
          <a:sx n="125" d="100"/>
          <a:sy n="125" d="100"/>
        </p:scale>
        <p:origin x="2610" y="756"/>
      </p:cViewPr>
      <p:guideLst>
        <p:guide orient="horz" pos="1246"/>
        <p:guide pos="20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ilyzed.com" userId="aaed2106-48f5-4a15-b1fa-35c21b04e48b" providerId="ADAL" clId="{4614826B-B488-4E05-8780-12923E585C6C}"/>
    <pc:docChg chg="undo redo custSel addSld delSld modSld sldOrd modNotesMaster">
      <pc:chgData name="anilyzed.com" userId="aaed2106-48f5-4a15-b1fa-35c21b04e48b" providerId="ADAL" clId="{4614826B-B488-4E05-8780-12923E585C6C}" dt="2026-08-13T10:34:51.033" v="2887" actId="14100"/>
      <pc:docMkLst>
        <pc:docMk/>
      </pc:docMkLst>
      <pc:sldChg chg="addSp delSp modSp add mod ord replId modNotes">
        <pc:chgData name="anilyzed.com" userId="aaed2106-48f5-4a15-b1fa-35c21b04e48b" providerId="ADAL" clId="{4614826B-B488-4E05-8780-12923E585C6C}" dt="2026-07-14T12:33:12.855" v="1719"/>
        <pc:sldMkLst>
          <pc:docMk/>
          <pc:sldMk cId="2244005547" sldId="294"/>
        </pc:sldMkLst>
      </pc:sldChg>
      <pc:sldChg chg="addSp delSp modSp add mod ord replId">
        <pc:chgData name="anilyzed.com" userId="aaed2106-48f5-4a15-b1fa-35c21b04e48b" providerId="ADAL" clId="{4614826B-B488-4E05-8780-12923E585C6C}" dt="2026-07-14T12:33:12.855" v="1719"/>
        <pc:sldMkLst>
          <pc:docMk/>
          <pc:sldMk cId="3951779372" sldId="298"/>
        </pc:sldMkLst>
      </pc:sldChg>
      <pc:sldChg chg="addSp delSp modSp add mod ord replId">
        <pc:chgData name="anilyzed.com" userId="aaed2106-48f5-4a15-b1fa-35c21b04e48b" providerId="ADAL" clId="{4614826B-B488-4E05-8780-12923E585C6C}" dt="2026-07-14T12:33:12.855" v="1719"/>
        <pc:sldMkLst>
          <pc:docMk/>
          <pc:sldMk cId="1418826303" sldId="299"/>
        </pc:sldMkLst>
      </pc:sldChg>
      <pc:sldChg chg="delSp add mod setBg">
        <pc:chgData name="anilyzed.com" userId="aaed2106-48f5-4a15-b1fa-35c21b04e48b" providerId="ADAL" clId="{4614826B-B488-4E05-8780-12923E585C6C}" dt="2026-08-04T10:01:48.144" v="2179"/>
        <pc:sldMkLst>
          <pc:docMk/>
          <pc:sldMk cId="1206386516" sldId="300"/>
        </pc:sldMkLst>
      </pc:sldChg>
      <pc:sldChg chg="addSp delSp modSp add mod ord">
        <pc:chgData name="anilyzed.com" userId="aaed2106-48f5-4a15-b1fa-35c21b04e48b" providerId="ADAL" clId="{4614826B-B488-4E05-8780-12923E585C6C}" dt="2026-08-05T07:49:28.762" v="2411"/>
        <pc:sldMkLst>
          <pc:docMk/>
          <pc:sldMk cId="3917106139" sldId="306"/>
        </pc:sldMkLst>
        <pc:spChg chg="add mod">
          <ac:chgData name="anilyzed.com" userId="aaed2106-48f5-4a15-b1fa-35c21b04e48b" providerId="ADAL" clId="{4614826B-B488-4E05-8780-12923E585C6C}" dt="2026-08-05T07:49:00.908" v="2409" actId="1038"/>
          <ac:spMkLst>
            <pc:docMk/>
            <pc:sldMk cId="3917106139" sldId="306"/>
            <ac:spMk id="3" creationId="{3D0EEEE5-0F1E-44D0-9913-5BA333417CBC}"/>
          </ac:spMkLst>
        </pc:spChg>
        <pc:spChg chg="add mod">
          <ac:chgData name="anilyzed.com" userId="aaed2106-48f5-4a15-b1fa-35c21b04e48b" providerId="ADAL" clId="{4614826B-B488-4E05-8780-12923E585C6C}" dt="2026-08-05T07:49:28.762" v="2411"/>
          <ac:spMkLst>
            <pc:docMk/>
            <pc:sldMk cId="3917106139" sldId="306"/>
            <ac:spMk id="5" creationId="{DD7D4222-8492-67E2-C4E9-6DD9A2CFDD3A}"/>
          </ac:spMkLst>
        </pc:spChg>
        <pc:spChg chg="add mod">
          <ac:chgData name="anilyzed.com" userId="aaed2106-48f5-4a15-b1fa-35c21b04e48b" providerId="ADAL" clId="{4614826B-B488-4E05-8780-12923E585C6C}" dt="2026-08-05T05:57:02.337" v="2315" actId="20577"/>
          <ac:spMkLst>
            <pc:docMk/>
            <pc:sldMk cId="3917106139" sldId="306"/>
            <ac:spMk id="7" creationId="{66A5B678-9562-540D-CD41-447BDA5F59C6}"/>
          </ac:spMkLst>
        </pc:spChg>
        <pc:spChg chg="mod">
          <ac:chgData name="anilyzed.com" userId="aaed2106-48f5-4a15-b1fa-35c21b04e48b" providerId="ADAL" clId="{4614826B-B488-4E05-8780-12923E585C6C}" dt="2026-07-15T15:55:07.880" v="2032" actId="6549"/>
          <ac:spMkLst>
            <pc:docMk/>
            <pc:sldMk cId="3917106139" sldId="306"/>
            <ac:spMk id="22" creationId="{F1987751-8773-9548-DD4F-4AA47FDA8DFE}"/>
          </ac:spMkLst>
        </pc:spChg>
        <pc:picChg chg="add mod">
          <ac:chgData name="anilyzed.com" userId="aaed2106-48f5-4a15-b1fa-35c21b04e48b" providerId="ADAL" clId="{4614826B-B488-4E05-8780-12923E585C6C}" dt="2026-08-03T16:08:34.178" v="2129" actId="14100"/>
          <ac:picMkLst>
            <pc:docMk/>
            <pc:sldMk cId="3917106139" sldId="306"/>
            <ac:picMk id="4" creationId="{8F48014D-378D-D771-34B1-227285636D75}"/>
          </ac:picMkLst>
        </pc:picChg>
        <pc:cxnChg chg="add mod">
          <ac:chgData name="anilyzed.com" userId="aaed2106-48f5-4a15-b1fa-35c21b04e48b" providerId="ADAL" clId="{4614826B-B488-4E05-8780-12923E585C6C}" dt="2026-07-15T15:54:33.682" v="2026"/>
          <ac:cxnSpMkLst>
            <pc:docMk/>
            <pc:sldMk cId="3917106139" sldId="306"/>
            <ac:cxnSpMk id="10" creationId="{9E82C840-CEE7-5178-3BB1-0DB80BACC604}"/>
          </ac:cxnSpMkLst>
        </pc:cxnChg>
        <pc:cxnChg chg="add mod">
          <ac:chgData name="anilyzed.com" userId="aaed2106-48f5-4a15-b1fa-35c21b04e48b" providerId="ADAL" clId="{4614826B-B488-4E05-8780-12923E585C6C}" dt="2026-07-15T15:54:46.951" v="2028"/>
          <ac:cxnSpMkLst>
            <pc:docMk/>
            <pc:sldMk cId="3917106139" sldId="306"/>
            <ac:cxnSpMk id="11" creationId="{CFBBA3D5-6771-74E6-0864-191337650D49}"/>
          </ac:cxnSpMkLst>
        </pc:cxnChg>
      </pc:sldChg>
      <pc:sldChg chg="addSp delSp modSp add mod ord setBg">
        <pc:chgData name="anilyzed.com" userId="aaed2106-48f5-4a15-b1fa-35c21b04e48b" providerId="ADAL" clId="{4614826B-B488-4E05-8780-12923E585C6C}" dt="2026-08-12T11:04:03.391" v="2512"/>
        <pc:sldMkLst>
          <pc:docMk/>
          <pc:sldMk cId="3901759862" sldId="307"/>
        </pc:sldMkLst>
        <pc:picChg chg="add mod">
          <ac:chgData name="anilyzed.com" userId="aaed2106-48f5-4a15-b1fa-35c21b04e48b" providerId="ADAL" clId="{4614826B-B488-4E05-8780-12923E585C6C}" dt="2026-08-05T07:47:36.750" v="2393" actId="12789"/>
          <ac:picMkLst>
            <pc:docMk/>
            <pc:sldMk cId="3901759862" sldId="307"/>
            <ac:picMk id="4" creationId="{292BCF75-545A-CB65-C97A-0E312F262363}"/>
          </ac:picMkLst>
        </pc:picChg>
      </pc:sldChg>
      <pc:sldChg chg="add">
        <pc:chgData name="anilyzed.com" userId="aaed2106-48f5-4a15-b1fa-35c21b04e48b" providerId="ADAL" clId="{4614826B-B488-4E05-8780-12923E585C6C}" dt="2026-08-04T10:01:29.458" v="2171" actId="2890"/>
        <pc:sldMkLst>
          <pc:docMk/>
          <pc:sldMk cId="3137164980" sldId="310"/>
        </pc:sldMkLst>
      </pc:sldChg>
      <pc:sldChg chg="addSp delSp modSp add mod ord">
        <pc:chgData name="anilyzed.com" userId="aaed2106-48f5-4a15-b1fa-35c21b04e48b" providerId="ADAL" clId="{4614826B-B488-4E05-8780-12923E585C6C}" dt="2026-08-05T07:54:11.890" v="2429" actId="2711"/>
        <pc:sldMkLst>
          <pc:docMk/>
          <pc:sldMk cId="60975535" sldId="311"/>
        </pc:sldMkLst>
        <pc:spChg chg="add">
          <ac:chgData name="anilyzed.com" userId="aaed2106-48f5-4a15-b1fa-35c21b04e48b" providerId="ADAL" clId="{4614826B-B488-4E05-8780-12923E585C6C}" dt="2026-08-04T10:07:09.991" v="2212" actId="22"/>
          <ac:spMkLst>
            <pc:docMk/>
            <pc:sldMk cId="60975535" sldId="311"/>
            <ac:spMk id="6" creationId="{1BCD5E0C-D787-1CFE-7DF6-7809FA285508}"/>
          </ac:spMkLst>
        </pc:spChg>
        <pc:spChg chg="mod">
          <ac:chgData name="anilyzed.com" userId="aaed2106-48f5-4a15-b1fa-35c21b04e48b" providerId="ADAL" clId="{4614826B-B488-4E05-8780-12923E585C6C}" dt="2026-08-05T05:57:37.125" v="2330"/>
          <ac:spMkLst>
            <pc:docMk/>
            <pc:sldMk cId="60975535" sldId="311"/>
            <ac:spMk id="8" creationId="{95343A64-3099-B648-1452-49340E79225F}"/>
          </ac:spMkLst>
        </pc:spChg>
        <pc:spChg chg="mod">
          <ac:chgData name="anilyzed.com" userId="aaed2106-48f5-4a15-b1fa-35c21b04e48b" providerId="ADAL" clId="{4614826B-B488-4E05-8780-12923E585C6C}" dt="2026-08-05T07:54:11.890" v="2429" actId="2711"/>
          <ac:spMkLst>
            <pc:docMk/>
            <pc:sldMk cId="60975535" sldId="311"/>
            <ac:spMk id="10" creationId="{87C617D0-AA5A-A43B-6803-03B9D3BCB166}"/>
          </ac:spMkLst>
        </pc:spChg>
        <pc:picChg chg="add mod">
          <ac:chgData name="anilyzed.com" userId="aaed2106-48f5-4a15-b1fa-35c21b04e48b" providerId="ADAL" clId="{4614826B-B488-4E05-8780-12923E585C6C}" dt="2026-08-05T07:46:42.844" v="2375" actId="14100"/>
          <ac:picMkLst>
            <pc:docMk/>
            <pc:sldMk cId="60975535" sldId="311"/>
            <ac:picMk id="13" creationId="{BD2D4851-F79B-8FD7-C9F1-5CEE05806851}"/>
          </ac:picMkLst>
        </pc:picChg>
        <pc:cxnChg chg="add mod">
          <ac:chgData name="anilyzed.com" userId="aaed2106-48f5-4a15-b1fa-35c21b04e48b" providerId="ADAL" clId="{4614826B-B488-4E05-8780-12923E585C6C}" dt="2026-08-04T10:07:05.876" v="2211"/>
          <ac:cxnSpMkLst>
            <pc:docMk/>
            <pc:sldMk cId="60975535" sldId="311"/>
            <ac:cxnSpMk id="2" creationId="{43ED1E41-AA96-F28A-1ACE-A311C6CE5532}"/>
          </ac:cxnSpMkLst>
        </pc:cxnChg>
        <pc:cxnChg chg="add mod">
          <ac:chgData name="anilyzed.com" userId="aaed2106-48f5-4a15-b1fa-35c21b04e48b" providerId="ADAL" clId="{4614826B-B488-4E05-8780-12923E585C6C}" dt="2026-08-04T10:07:05.876" v="2211"/>
          <ac:cxnSpMkLst>
            <pc:docMk/>
            <pc:sldMk cId="60975535" sldId="311"/>
            <ac:cxnSpMk id="3" creationId="{E543B7DB-B79A-41E4-5C6D-C69C09591C2D}"/>
          </ac:cxnSpMkLst>
        </pc:cxnChg>
      </pc:sldChg>
      <pc:sldChg chg="addSp delSp modSp add mod">
        <pc:chgData name="anilyzed.com" userId="aaed2106-48f5-4a15-b1fa-35c21b04e48b" providerId="ADAL" clId="{4614826B-B488-4E05-8780-12923E585C6C}" dt="2026-08-05T07:54:02.690" v="2428" actId="255"/>
        <pc:sldMkLst>
          <pc:docMk/>
          <pc:sldMk cId="988100602" sldId="312"/>
        </pc:sldMkLst>
        <pc:spChg chg="mod">
          <ac:chgData name="anilyzed.com" userId="aaed2106-48f5-4a15-b1fa-35c21b04e48b" providerId="ADAL" clId="{4614826B-B488-4E05-8780-12923E585C6C}" dt="2026-08-05T07:47:59.304" v="2394" actId="21"/>
          <ac:spMkLst>
            <pc:docMk/>
            <pc:sldMk cId="988100602" sldId="312"/>
            <ac:spMk id="8" creationId="{3DDA98E4-6314-4C26-A9E6-8609B4CCF8B5}"/>
          </ac:spMkLst>
        </pc:spChg>
        <pc:spChg chg="mod">
          <ac:chgData name="anilyzed.com" userId="aaed2106-48f5-4a15-b1fa-35c21b04e48b" providerId="ADAL" clId="{4614826B-B488-4E05-8780-12923E585C6C}" dt="2026-08-05T07:54:02.690" v="2428" actId="255"/>
          <ac:spMkLst>
            <pc:docMk/>
            <pc:sldMk cId="988100602" sldId="312"/>
            <ac:spMk id="14" creationId="{F5D8A644-6F20-EF04-8167-049201185C5A}"/>
          </ac:spMkLst>
        </pc:spChg>
        <pc:spChg chg="add mod">
          <ac:chgData name="anilyzed.com" userId="aaed2106-48f5-4a15-b1fa-35c21b04e48b" providerId="ADAL" clId="{4614826B-B488-4E05-8780-12923E585C6C}" dt="2026-08-05T07:48:38.066" v="2403" actId="207"/>
          <ac:spMkLst>
            <pc:docMk/>
            <pc:sldMk cId="988100602" sldId="312"/>
            <ac:spMk id="15" creationId="{BBB0D957-B842-DEA3-6E31-E015428E2334}"/>
          </ac:spMkLst>
        </pc:spChg>
        <pc:picChg chg="add mod">
          <ac:chgData name="anilyzed.com" userId="aaed2106-48f5-4a15-b1fa-35c21b04e48b" providerId="ADAL" clId="{4614826B-B488-4E05-8780-12923E585C6C}" dt="2026-08-05T05:52:20.130" v="2267" actId="14100"/>
          <ac:picMkLst>
            <pc:docMk/>
            <pc:sldMk cId="988100602" sldId="312"/>
            <ac:picMk id="4" creationId="{5BD13B69-ABC4-4E96-7103-DDE0C6B941CB}"/>
          </ac:picMkLst>
        </pc:picChg>
        <pc:picChg chg="add">
          <ac:chgData name="anilyzed.com" userId="aaed2106-48f5-4a15-b1fa-35c21b04e48b" providerId="ADAL" clId="{4614826B-B488-4E05-8780-12923E585C6C}" dt="2026-08-05T07:47:05.396" v="2385" actId="22"/>
          <ac:picMkLst>
            <pc:docMk/>
            <pc:sldMk cId="988100602" sldId="312"/>
            <ac:picMk id="7" creationId="{8F5AC56D-27C9-D3B8-2382-F4F04123D21F}"/>
          </ac:picMkLst>
        </pc:picChg>
      </pc:sldChg>
      <pc:sldChg chg="addSp delSp modSp add mod setBg">
        <pc:chgData name="anilyzed.com" userId="aaed2106-48f5-4a15-b1fa-35c21b04e48b" providerId="ADAL" clId="{4614826B-B488-4E05-8780-12923E585C6C}" dt="2026-08-05T07:52:33.730" v="2424" actId="12789"/>
        <pc:sldMkLst>
          <pc:docMk/>
          <pc:sldMk cId="141958414" sldId="313"/>
        </pc:sldMkLst>
        <pc:picChg chg="add mod">
          <ac:chgData name="anilyzed.com" userId="aaed2106-48f5-4a15-b1fa-35c21b04e48b" providerId="ADAL" clId="{4614826B-B488-4E05-8780-12923E585C6C}" dt="2026-08-05T07:52:33.730" v="2424" actId="12789"/>
          <ac:picMkLst>
            <pc:docMk/>
            <pc:sldMk cId="141958414" sldId="313"/>
            <ac:picMk id="6" creationId="{F4B15B75-9252-F811-DA50-0D121237DEB5}"/>
          </ac:picMkLst>
        </pc:picChg>
      </pc:sldChg>
      <pc:sldChg chg="modSp add mod ord">
        <pc:chgData name="anilyzed.com" userId="aaed2106-48f5-4a15-b1fa-35c21b04e48b" providerId="ADAL" clId="{4614826B-B488-4E05-8780-12923E585C6C}" dt="2026-08-13T02:44:31.448" v="2816"/>
        <pc:sldMkLst>
          <pc:docMk/>
          <pc:sldMk cId="162015362" sldId="314"/>
        </pc:sldMkLst>
        <pc:spChg chg="mod">
          <ac:chgData name="anilyzed.com" userId="aaed2106-48f5-4a15-b1fa-35c21b04e48b" providerId="ADAL" clId="{4614826B-B488-4E05-8780-12923E585C6C}" dt="2026-08-12T11:01:21.061" v="2448" actId="6549"/>
          <ac:spMkLst>
            <pc:docMk/>
            <pc:sldMk cId="162015362" sldId="314"/>
            <ac:spMk id="22" creationId="{579A926B-BCAD-C599-4A5E-E70643D10F8A}"/>
          </ac:spMkLst>
        </pc:spChg>
      </pc:sldChg>
      <pc:sldChg chg="modSp add del mod ord">
        <pc:chgData name="anilyzed.com" userId="aaed2106-48f5-4a15-b1fa-35c21b04e48b" providerId="ADAL" clId="{4614826B-B488-4E05-8780-12923E585C6C}" dt="2026-08-13T02:43:22.235" v="2780" actId="47"/>
        <pc:sldMkLst>
          <pc:docMk/>
          <pc:sldMk cId="507222777" sldId="315"/>
        </pc:sldMkLst>
        <pc:spChg chg="mod">
          <ac:chgData name="anilyzed.com" userId="aaed2106-48f5-4a15-b1fa-35c21b04e48b" providerId="ADAL" clId="{4614826B-B488-4E05-8780-12923E585C6C}" dt="2026-08-13T02:41:00.470" v="2737" actId="1038"/>
          <ac:spMkLst>
            <pc:docMk/>
            <pc:sldMk cId="507222777" sldId="315"/>
            <ac:spMk id="6" creationId="{22A4B967-2E92-5548-1F45-6238A6A577FA}"/>
          </ac:spMkLst>
        </pc:spChg>
        <pc:spChg chg="mod">
          <ac:chgData name="anilyzed.com" userId="aaed2106-48f5-4a15-b1fa-35c21b04e48b" providerId="ADAL" clId="{4614826B-B488-4E05-8780-12923E585C6C}" dt="2026-08-12T11:04:42.087" v="2525" actId="21"/>
          <ac:spMkLst>
            <pc:docMk/>
            <pc:sldMk cId="507222777" sldId="315"/>
            <ac:spMk id="8" creationId="{5E7E5557-5568-DD34-E7AC-6F53753389B8}"/>
          </ac:spMkLst>
        </pc:spChg>
        <pc:spChg chg="mod">
          <ac:chgData name="anilyzed.com" userId="aaed2106-48f5-4a15-b1fa-35c21b04e48b" providerId="ADAL" clId="{4614826B-B488-4E05-8780-12923E585C6C}" dt="2026-08-12T11:04:49.475" v="2546" actId="14100"/>
          <ac:spMkLst>
            <pc:docMk/>
            <pc:sldMk cId="507222777" sldId="315"/>
            <ac:spMk id="10" creationId="{506AC4E3-C116-2897-F899-2424C4C3A911}"/>
          </ac:spMkLst>
        </pc:spChg>
        <pc:cxnChg chg="mod">
          <ac:chgData name="anilyzed.com" userId="aaed2106-48f5-4a15-b1fa-35c21b04e48b" providerId="ADAL" clId="{4614826B-B488-4E05-8780-12923E585C6C}" dt="2026-08-13T02:41:00.470" v="2737" actId="1038"/>
          <ac:cxnSpMkLst>
            <pc:docMk/>
            <pc:sldMk cId="507222777" sldId="315"/>
            <ac:cxnSpMk id="2" creationId="{5EF4D6E2-51A5-E0BB-3578-9D00EE9BE542}"/>
          </ac:cxnSpMkLst>
        </pc:cxnChg>
        <pc:cxnChg chg="mod">
          <ac:chgData name="anilyzed.com" userId="aaed2106-48f5-4a15-b1fa-35c21b04e48b" providerId="ADAL" clId="{4614826B-B488-4E05-8780-12923E585C6C}" dt="2026-08-13T02:41:00.470" v="2737" actId="1038"/>
          <ac:cxnSpMkLst>
            <pc:docMk/>
            <pc:sldMk cId="507222777" sldId="315"/>
            <ac:cxnSpMk id="3" creationId="{71E507C4-ED99-25F7-20BF-8C70DCBE89F4}"/>
          </ac:cxnSpMkLst>
        </pc:cxnChg>
        <pc:cxnChg chg="mod">
          <ac:chgData name="anilyzed.com" userId="aaed2106-48f5-4a15-b1fa-35c21b04e48b" providerId="ADAL" clId="{4614826B-B488-4E05-8780-12923E585C6C}" dt="2026-08-12T11:04:45.556" v="2545" actId="1037"/>
          <ac:cxnSpMkLst>
            <pc:docMk/>
            <pc:sldMk cId="507222777" sldId="315"/>
            <ac:cxnSpMk id="11" creationId="{72CEBBAF-5F07-ACB8-60C8-3ECA89D709C4}"/>
          </ac:cxnSpMkLst>
        </pc:cxnChg>
      </pc:sldChg>
      <pc:sldChg chg="modSp add mod">
        <pc:chgData name="anilyzed.com" userId="aaed2106-48f5-4a15-b1fa-35c21b04e48b" providerId="ADAL" clId="{4614826B-B488-4E05-8780-12923E585C6C}" dt="2026-08-12T11:05:44.777" v="2629" actId="14100"/>
        <pc:sldMkLst>
          <pc:docMk/>
          <pc:sldMk cId="1035956932" sldId="316"/>
        </pc:sldMkLst>
        <pc:spChg chg="mod">
          <ac:chgData name="anilyzed.com" userId="aaed2106-48f5-4a15-b1fa-35c21b04e48b" providerId="ADAL" clId="{4614826B-B488-4E05-8780-12923E585C6C}" dt="2026-08-12T11:05:27.701" v="2600" actId="20577"/>
          <ac:spMkLst>
            <pc:docMk/>
            <pc:sldMk cId="1035956932" sldId="316"/>
            <ac:spMk id="8" creationId="{3EE6410A-C243-D36F-8EA3-D83277587AA9}"/>
          </ac:spMkLst>
        </pc:spChg>
        <pc:spChg chg="mod">
          <ac:chgData name="anilyzed.com" userId="aaed2106-48f5-4a15-b1fa-35c21b04e48b" providerId="ADAL" clId="{4614826B-B488-4E05-8780-12923E585C6C}" dt="2026-08-12T11:05:44.777" v="2629" actId="14100"/>
          <ac:spMkLst>
            <pc:docMk/>
            <pc:sldMk cId="1035956932" sldId="316"/>
            <ac:spMk id="10" creationId="{C0E19748-7A06-A54B-F055-9A87B8B9EDAA}"/>
          </ac:spMkLst>
        </pc:spChg>
        <pc:cxnChg chg="mod">
          <ac:chgData name="anilyzed.com" userId="aaed2106-48f5-4a15-b1fa-35c21b04e48b" providerId="ADAL" clId="{4614826B-B488-4E05-8780-12923E585C6C}" dt="2026-08-12T11:05:33.279" v="2628" actId="1038"/>
          <ac:cxnSpMkLst>
            <pc:docMk/>
            <pc:sldMk cId="1035956932" sldId="316"/>
            <ac:cxnSpMk id="11" creationId="{645E74DD-512C-7AE6-4E80-A4B5D0B14782}"/>
          </ac:cxnSpMkLst>
        </pc:cxnChg>
      </pc:sldChg>
      <pc:sldChg chg="addSp delSp modSp add mod ord">
        <pc:chgData name="anilyzed.com" userId="aaed2106-48f5-4a15-b1fa-35c21b04e48b" providerId="ADAL" clId="{4614826B-B488-4E05-8780-12923E585C6C}" dt="2026-08-13T02:44:12.699" v="2809" actId="20577"/>
        <pc:sldMkLst>
          <pc:docMk/>
          <pc:sldMk cId="476191136" sldId="317"/>
        </pc:sldMkLst>
        <pc:spChg chg="add mod">
          <ac:chgData name="anilyzed.com" userId="aaed2106-48f5-4a15-b1fa-35c21b04e48b" providerId="ADAL" clId="{4614826B-B488-4E05-8780-12923E585C6C}" dt="2026-08-13T02:44:12.699" v="2809" actId="20577"/>
          <ac:spMkLst>
            <pc:docMk/>
            <pc:sldMk cId="476191136" sldId="317"/>
            <ac:spMk id="3" creationId="{1EE631BC-9878-C90E-F83D-11E8EB7483A0}"/>
          </ac:spMkLst>
        </pc:spChg>
        <pc:picChg chg="mod">
          <ac:chgData name="anilyzed.com" userId="aaed2106-48f5-4a15-b1fa-35c21b04e48b" providerId="ADAL" clId="{4614826B-B488-4E05-8780-12923E585C6C}" dt="2026-08-13T02:39:19.715" v="2695" actId="1035"/>
          <ac:picMkLst>
            <pc:docMk/>
            <pc:sldMk cId="476191136" sldId="317"/>
            <ac:picMk id="4" creationId="{93392E9F-8F68-71EE-5321-302609750B59}"/>
          </ac:picMkLst>
        </pc:picChg>
        <pc:picChg chg="add del">
          <ac:chgData name="anilyzed.com" userId="aaed2106-48f5-4a15-b1fa-35c21b04e48b" providerId="ADAL" clId="{4614826B-B488-4E05-8780-12923E585C6C}" dt="2026-08-13T02:42:39.426" v="2758" actId="478"/>
          <ac:picMkLst>
            <pc:docMk/>
            <pc:sldMk cId="476191136" sldId="317"/>
            <ac:picMk id="6" creationId="{7A1F27CC-121F-8DD1-5DFE-69D7CC0FE554}"/>
          </ac:picMkLst>
        </pc:picChg>
      </pc:sldChg>
      <pc:sldChg chg="addSp delSp modSp add mod">
        <pc:chgData name="anilyzed.com" userId="aaed2106-48f5-4a15-b1fa-35c21b04e48b" providerId="ADAL" clId="{4614826B-B488-4E05-8780-12923E585C6C}" dt="2026-08-13T10:34:51.033" v="2887" actId="14100"/>
        <pc:sldMkLst>
          <pc:docMk/>
          <pc:sldMk cId="659508995" sldId="318"/>
        </pc:sldMkLst>
        <pc:spChg chg="del mod">
          <ac:chgData name="anilyzed.com" userId="aaed2106-48f5-4a15-b1fa-35c21b04e48b" providerId="ADAL" clId="{4614826B-B488-4E05-8780-12923E585C6C}" dt="2026-08-13T02:53:40.087" v="2879" actId="478"/>
          <ac:spMkLst>
            <pc:docMk/>
            <pc:sldMk cId="659508995" sldId="318"/>
            <ac:spMk id="6" creationId="{EDD6CA51-7A5A-D503-FAED-42C6626247C9}"/>
          </ac:spMkLst>
        </pc:spChg>
        <pc:spChg chg="mod">
          <ac:chgData name="anilyzed.com" userId="aaed2106-48f5-4a15-b1fa-35c21b04e48b" providerId="ADAL" clId="{4614826B-B488-4E05-8780-12923E585C6C}" dt="2026-08-13T02:53:52.124" v="2885" actId="255"/>
          <ac:spMkLst>
            <pc:docMk/>
            <pc:sldMk cId="659508995" sldId="318"/>
            <ac:spMk id="10" creationId="{7BD46267-65C3-D7D1-2824-636A3A81A312}"/>
          </ac:spMkLst>
        </pc:spChg>
        <pc:picChg chg="add mod">
          <ac:chgData name="anilyzed.com" userId="aaed2106-48f5-4a15-b1fa-35c21b04e48b" providerId="ADAL" clId="{4614826B-B488-4E05-8780-12923E585C6C}" dt="2026-08-13T10:34:51.033" v="2887" actId="14100"/>
          <ac:picMkLst>
            <pc:docMk/>
            <pc:sldMk cId="659508995" sldId="318"/>
            <ac:picMk id="14" creationId="{DE3FB2CF-A985-EB98-D318-744108B18B3D}"/>
          </ac:picMkLst>
        </pc:picChg>
        <pc:cxnChg chg="del mod">
          <ac:chgData name="anilyzed.com" userId="aaed2106-48f5-4a15-b1fa-35c21b04e48b" providerId="ADAL" clId="{4614826B-B488-4E05-8780-12923E585C6C}" dt="2026-08-13T02:48:37.800" v="2857" actId="478"/>
          <ac:cxnSpMkLst>
            <pc:docMk/>
            <pc:sldMk cId="659508995" sldId="318"/>
            <ac:cxnSpMk id="2" creationId="{3805EA1D-43E2-11BB-6B0E-64459D5BF766}"/>
          </ac:cxnSpMkLst>
        </pc:cxnChg>
        <pc:cxnChg chg="del mod">
          <ac:chgData name="anilyzed.com" userId="aaed2106-48f5-4a15-b1fa-35c21b04e48b" providerId="ADAL" clId="{4614826B-B488-4E05-8780-12923E585C6C}" dt="2026-08-13T02:53:21.006" v="2865" actId="478"/>
          <ac:cxnSpMkLst>
            <pc:docMk/>
            <pc:sldMk cId="659508995" sldId="318"/>
            <ac:cxnSpMk id="3" creationId="{D0A8235A-A2C1-C288-96CF-AEC310EB2FED}"/>
          </ac:cxnSpMkLst>
        </pc:cxnChg>
      </pc:sldChg>
      <pc:sldChg chg="addSp delSp modSp add mod">
        <pc:chgData name="anilyzed.com" userId="aaed2106-48f5-4a15-b1fa-35c21b04e48b" providerId="ADAL" clId="{4614826B-B488-4E05-8780-12923E585C6C}" dt="2026-08-13T02:53:09.174" v="2858" actId="14100"/>
        <pc:sldMkLst>
          <pc:docMk/>
          <pc:sldMk cId="225533844" sldId="319"/>
        </pc:sldMkLst>
        <pc:spChg chg="mod">
          <ac:chgData name="anilyzed.com" userId="aaed2106-48f5-4a15-b1fa-35c21b04e48b" providerId="ADAL" clId="{4614826B-B488-4E05-8780-12923E585C6C}" dt="2026-08-13T02:41:05.989" v="2738" actId="1038"/>
          <ac:spMkLst>
            <pc:docMk/>
            <pc:sldMk cId="225533844" sldId="319"/>
            <ac:spMk id="6" creationId="{0DB3A586-77B6-6B2D-1FFC-CCC84EBF482C}"/>
          </ac:spMkLst>
        </pc:spChg>
        <pc:spChg chg="del">
          <ac:chgData name="anilyzed.com" userId="aaed2106-48f5-4a15-b1fa-35c21b04e48b" providerId="ADAL" clId="{4614826B-B488-4E05-8780-12923E585C6C}" dt="2026-08-13T02:40:20.644" v="2707" actId="478"/>
          <ac:spMkLst>
            <pc:docMk/>
            <pc:sldMk cId="225533844" sldId="319"/>
            <ac:spMk id="10" creationId="{C6C5DCBE-5020-AE7F-1669-DE119F6C2A44}"/>
          </ac:spMkLst>
        </pc:spChg>
        <pc:picChg chg="add mod">
          <ac:chgData name="anilyzed.com" userId="aaed2106-48f5-4a15-b1fa-35c21b04e48b" providerId="ADAL" clId="{4614826B-B488-4E05-8780-12923E585C6C}" dt="2026-08-13T02:47:39.938" v="2856" actId="14100"/>
          <ac:picMkLst>
            <pc:docMk/>
            <pc:sldMk cId="225533844" sldId="319"/>
            <ac:picMk id="5" creationId="{9313AD6F-568C-EDBB-E9F3-3684696DD763}"/>
          </ac:picMkLst>
        </pc:picChg>
        <pc:cxnChg chg="mod">
          <ac:chgData name="anilyzed.com" userId="aaed2106-48f5-4a15-b1fa-35c21b04e48b" providerId="ADAL" clId="{4614826B-B488-4E05-8780-12923E585C6C}" dt="2026-08-13T02:41:05.989" v="2738" actId="1038"/>
          <ac:cxnSpMkLst>
            <pc:docMk/>
            <pc:sldMk cId="225533844" sldId="319"/>
            <ac:cxnSpMk id="2" creationId="{582CC13E-B511-9CD8-199C-4565701C1E8D}"/>
          </ac:cxnSpMkLst>
        </pc:cxnChg>
        <pc:cxnChg chg="mod">
          <ac:chgData name="anilyzed.com" userId="aaed2106-48f5-4a15-b1fa-35c21b04e48b" providerId="ADAL" clId="{4614826B-B488-4E05-8780-12923E585C6C}" dt="2026-08-13T02:41:05.989" v="2738" actId="1038"/>
          <ac:cxnSpMkLst>
            <pc:docMk/>
            <pc:sldMk cId="225533844" sldId="319"/>
            <ac:cxnSpMk id="3" creationId="{6C0E50CD-7171-A08D-5B5C-03ADEE996D52}"/>
          </ac:cxnSpMkLst>
        </pc:cxnChg>
        <pc:cxnChg chg="del">
          <ac:chgData name="anilyzed.com" userId="aaed2106-48f5-4a15-b1fa-35c21b04e48b" providerId="ADAL" clId="{4614826B-B488-4E05-8780-12923E585C6C}" dt="2026-08-13T02:40:27.450" v="2708" actId="478"/>
          <ac:cxnSpMkLst>
            <pc:docMk/>
            <pc:sldMk cId="225533844" sldId="319"/>
            <ac:cxnSpMk id="11" creationId="{9A28FE60-8A8D-369B-1269-4E47500F09FA}"/>
          </ac:cxnSpMkLst>
        </pc:cxnChg>
        <pc:cxnChg chg="mod">
          <ac:chgData name="anilyzed.com" userId="aaed2106-48f5-4a15-b1fa-35c21b04e48b" providerId="ADAL" clId="{4614826B-B488-4E05-8780-12923E585C6C}" dt="2026-08-13T02:53:09.174" v="2858" actId="14100"/>
          <ac:cxnSpMkLst>
            <pc:docMk/>
            <pc:sldMk cId="225533844" sldId="319"/>
            <ac:cxnSpMk id="21" creationId="{939C0E83-ED30-3E88-DC52-80E30B4AC55B}"/>
          </ac:cxnSpMkLst>
        </pc:cxnChg>
      </pc:sldChg>
      <pc:sldChg chg="add del">
        <pc:chgData name="anilyzed.com" userId="aaed2106-48f5-4a15-b1fa-35c21b04e48b" providerId="ADAL" clId="{4614826B-B488-4E05-8780-12923E585C6C}" dt="2026-08-13T02:40:12.906" v="2705" actId="2890"/>
        <pc:sldMkLst>
          <pc:docMk/>
          <pc:sldMk cId="2203301952" sldId="319"/>
        </pc:sldMkLst>
      </pc:sldChg>
      <pc:sldChg chg="add ord">
        <pc:chgData name="anilyzed.com" userId="aaed2106-48f5-4a15-b1fa-35c21b04e48b" providerId="ADAL" clId="{4614826B-B488-4E05-8780-12923E585C6C}" dt="2026-08-13T02:44:18.352" v="2814"/>
        <pc:sldMkLst>
          <pc:docMk/>
          <pc:sldMk cId="3919234201" sldId="320"/>
        </pc:sldMkLst>
      </pc:sldChg>
      <pc:sldChg chg="add del setBg">
        <pc:chgData name="anilyzed.com" userId="aaed2106-48f5-4a15-b1fa-35c21b04e48b" providerId="ADAL" clId="{4614826B-B488-4E05-8780-12923E585C6C}" dt="2026-08-13T02:44:16.316" v="2811"/>
        <pc:sldMkLst>
          <pc:docMk/>
          <pc:sldMk cId="4104597596" sldId="320"/>
        </pc:sldMkLst>
      </pc:sldChg>
      <pc:sldChg chg="addSp delSp modSp add mod ord">
        <pc:chgData name="anilyzed.com" userId="aaed2106-48f5-4a15-b1fa-35c21b04e48b" providerId="ADAL" clId="{4614826B-B488-4E05-8780-12923E585C6C}" dt="2026-08-13T02:46:09.201" v="2844" actId="1036"/>
        <pc:sldMkLst>
          <pc:docMk/>
          <pc:sldMk cId="1837550772" sldId="321"/>
        </pc:sldMkLst>
        <pc:spChg chg="add mod">
          <ac:chgData name="anilyzed.com" userId="aaed2106-48f5-4a15-b1fa-35c21b04e48b" providerId="ADAL" clId="{4614826B-B488-4E05-8780-12923E585C6C}" dt="2026-08-13T02:46:09.201" v="2844" actId="1036"/>
          <ac:spMkLst>
            <pc:docMk/>
            <pc:sldMk cId="1837550772" sldId="321"/>
            <ac:spMk id="6" creationId="{FD5462C0-6203-0346-8543-1831F1CCA713}"/>
          </ac:spMkLst>
        </pc:spChg>
        <pc:picChg chg="add mod">
          <ac:chgData name="anilyzed.com" userId="aaed2106-48f5-4a15-b1fa-35c21b04e48b" providerId="ADAL" clId="{4614826B-B488-4E05-8780-12923E585C6C}" dt="2026-08-13T02:45:35.291" v="2827" actId="12788"/>
          <ac:picMkLst>
            <pc:docMk/>
            <pc:sldMk cId="1837550772" sldId="321"/>
            <ac:picMk id="3" creationId="{963BF3B8-DA11-F9DD-A38C-47169A8586C9}"/>
          </ac:picMkLst>
        </pc:picChg>
        <pc:picChg chg="del">
          <ac:chgData name="anilyzed.com" userId="aaed2106-48f5-4a15-b1fa-35c21b04e48b" providerId="ADAL" clId="{4614826B-B488-4E05-8780-12923E585C6C}" dt="2026-08-13T02:44:59.637" v="2820" actId="478"/>
          <ac:picMkLst>
            <pc:docMk/>
            <pc:sldMk cId="1837550772" sldId="321"/>
            <ac:picMk id="4" creationId="{00B913FC-EF3D-618B-4F26-493B0B773F3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654050" y="696913"/>
            <a:ext cx="57023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34" tIns="93134" rIns="93134" bIns="93134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78988675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59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59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59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59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59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59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59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59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59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>
          <a:extLst>
            <a:ext uri="{FF2B5EF4-FFF2-40B4-BE49-F238E27FC236}">
              <a16:creationId xmlns:a16="http://schemas.microsoft.com/office/drawing/2014/main" id="{064F47FB-5740-96EB-40A5-57C3E72E6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7a083e9e25_0_43:notes">
            <a:extLst>
              <a:ext uri="{FF2B5EF4-FFF2-40B4-BE49-F238E27FC236}">
                <a16:creationId xmlns:a16="http://schemas.microsoft.com/office/drawing/2014/main" id="{E176B55F-592F-CBA2-E4C8-19C5C9F1E7C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54050" y="696913"/>
            <a:ext cx="57023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7a083e9e25_0_43:notes">
            <a:extLst>
              <a:ext uri="{FF2B5EF4-FFF2-40B4-BE49-F238E27FC236}">
                <a16:creationId xmlns:a16="http://schemas.microsoft.com/office/drawing/2014/main" id="{F1590746-C4E6-4AD1-53E9-B0DCA0AA8C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34" tIns="93134" rIns="93134" bIns="93134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752228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>
          <a:extLst>
            <a:ext uri="{FF2B5EF4-FFF2-40B4-BE49-F238E27FC236}">
              <a16:creationId xmlns:a16="http://schemas.microsoft.com/office/drawing/2014/main" id="{674FA522-2A6F-6FB0-E717-66519ED350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7a083e9e25_0_43:notes">
            <a:extLst>
              <a:ext uri="{FF2B5EF4-FFF2-40B4-BE49-F238E27FC236}">
                <a16:creationId xmlns:a16="http://schemas.microsoft.com/office/drawing/2014/main" id="{5792EB05-A421-484F-C38A-5DD8C5A8D5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54050" y="696913"/>
            <a:ext cx="57023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7a083e9e25_0_43:notes">
            <a:extLst>
              <a:ext uri="{FF2B5EF4-FFF2-40B4-BE49-F238E27FC236}">
                <a16:creationId xmlns:a16="http://schemas.microsoft.com/office/drawing/2014/main" id="{D23D83DC-DEB6-42FF-1FBE-7E5B7A7C9EE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34" tIns="93134" rIns="93134" bIns="93134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705506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>
          <a:extLst>
            <a:ext uri="{FF2B5EF4-FFF2-40B4-BE49-F238E27FC236}">
              <a16:creationId xmlns:a16="http://schemas.microsoft.com/office/drawing/2014/main" id="{E3119173-75D1-B1B4-5D40-9440B881DB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7a083e9e25_0_43:notes">
            <a:extLst>
              <a:ext uri="{FF2B5EF4-FFF2-40B4-BE49-F238E27FC236}">
                <a16:creationId xmlns:a16="http://schemas.microsoft.com/office/drawing/2014/main" id="{D7DB0716-4992-B692-137B-095F82908B0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54050" y="696913"/>
            <a:ext cx="57023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7a083e9e25_0_43:notes">
            <a:extLst>
              <a:ext uri="{FF2B5EF4-FFF2-40B4-BE49-F238E27FC236}">
                <a16:creationId xmlns:a16="http://schemas.microsoft.com/office/drawing/2014/main" id="{94FDAE0D-0ED2-2321-8543-D315C4745D0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34" tIns="93134" rIns="93134" bIns="93134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955447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>
          <a:extLst>
            <a:ext uri="{FF2B5EF4-FFF2-40B4-BE49-F238E27FC236}">
              <a16:creationId xmlns:a16="http://schemas.microsoft.com/office/drawing/2014/main" id="{67C64A84-DF29-6032-6E23-E21410DC55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7a083e9e25_0_43:notes">
            <a:extLst>
              <a:ext uri="{FF2B5EF4-FFF2-40B4-BE49-F238E27FC236}">
                <a16:creationId xmlns:a16="http://schemas.microsoft.com/office/drawing/2014/main" id="{CCD2459A-E0CA-EA24-B1A6-88AA45FCBFD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54050" y="696913"/>
            <a:ext cx="57023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7a083e9e25_0_43:notes">
            <a:extLst>
              <a:ext uri="{FF2B5EF4-FFF2-40B4-BE49-F238E27FC236}">
                <a16:creationId xmlns:a16="http://schemas.microsoft.com/office/drawing/2014/main" id="{CDC37838-7FDB-2812-884C-0EA01D794B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34" tIns="93134" rIns="93134" bIns="93134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024260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>
          <a:extLst>
            <a:ext uri="{FF2B5EF4-FFF2-40B4-BE49-F238E27FC236}">
              <a16:creationId xmlns:a16="http://schemas.microsoft.com/office/drawing/2014/main" id="{552F6000-B222-700B-26A2-6EE86BA59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7a083e9e25_0_43:notes">
            <a:extLst>
              <a:ext uri="{FF2B5EF4-FFF2-40B4-BE49-F238E27FC236}">
                <a16:creationId xmlns:a16="http://schemas.microsoft.com/office/drawing/2014/main" id="{AF51C13E-C079-EC40-E123-C828FFB1A7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54050" y="696913"/>
            <a:ext cx="57023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7a083e9e25_0_43:notes">
            <a:extLst>
              <a:ext uri="{FF2B5EF4-FFF2-40B4-BE49-F238E27FC236}">
                <a16:creationId xmlns:a16="http://schemas.microsoft.com/office/drawing/2014/main" id="{B253AA87-2232-87C5-626C-26A4BF229A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34" tIns="93134" rIns="93134" bIns="93134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112757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>
          <a:extLst>
            <a:ext uri="{FF2B5EF4-FFF2-40B4-BE49-F238E27FC236}">
              <a16:creationId xmlns:a16="http://schemas.microsoft.com/office/drawing/2014/main" id="{DA92CF24-DCC6-F89E-C0A1-62BA446E28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7a083e9e25_0_43:notes">
            <a:extLst>
              <a:ext uri="{FF2B5EF4-FFF2-40B4-BE49-F238E27FC236}">
                <a16:creationId xmlns:a16="http://schemas.microsoft.com/office/drawing/2014/main" id="{1820FB7C-A9DB-2462-4144-407896D33CA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54050" y="696913"/>
            <a:ext cx="57023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7a083e9e25_0_43:notes">
            <a:extLst>
              <a:ext uri="{FF2B5EF4-FFF2-40B4-BE49-F238E27FC236}">
                <a16:creationId xmlns:a16="http://schemas.microsoft.com/office/drawing/2014/main" id="{37FDF777-C7BF-9809-9234-D35B92AB980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34" tIns="93134" rIns="93134" bIns="93134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178610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>
          <a:extLst>
            <a:ext uri="{FF2B5EF4-FFF2-40B4-BE49-F238E27FC236}">
              <a16:creationId xmlns:a16="http://schemas.microsoft.com/office/drawing/2014/main" id="{66B41470-4796-7BCE-A190-779203AC95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7a083e9e25_0_43:notes">
            <a:extLst>
              <a:ext uri="{FF2B5EF4-FFF2-40B4-BE49-F238E27FC236}">
                <a16:creationId xmlns:a16="http://schemas.microsoft.com/office/drawing/2014/main" id="{9E176AFD-AFD5-F632-091D-FC8284E171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54050" y="696913"/>
            <a:ext cx="57023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7a083e9e25_0_43:notes">
            <a:extLst>
              <a:ext uri="{FF2B5EF4-FFF2-40B4-BE49-F238E27FC236}">
                <a16:creationId xmlns:a16="http://schemas.microsoft.com/office/drawing/2014/main" id="{7547C2EB-1699-9050-1D26-3755C69C50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34" tIns="93134" rIns="93134" bIns="93134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279080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>
          <a:extLst>
            <a:ext uri="{FF2B5EF4-FFF2-40B4-BE49-F238E27FC236}">
              <a16:creationId xmlns:a16="http://schemas.microsoft.com/office/drawing/2014/main" id="{1959307B-B432-ADCA-7C73-E404946C9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7a083e9e25_0_43:notes">
            <a:extLst>
              <a:ext uri="{FF2B5EF4-FFF2-40B4-BE49-F238E27FC236}">
                <a16:creationId xmlns:a16="http://schemas.microsoft.com/office/drawing/2014/main" id="{0145419B-48B9-AE74-F977-8E6BFA14A9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54050" y="696913"/>
            <a:ext cx="57023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7a083e9e25_0_43:notes">
            <a:extLst>
              <a:ext uri="{FF2B5EF4-FFF2-40B4-BE49-F238E27FC236}">
                <a16:creationId xmlns:a16="http://schemas.microsoft.com/office/drawing/2014/main" id="{ADE3756F-61C9-564D-3649-DDA8F6AFB9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34" tIns="93134" rIns="93134" bIns="93134" anchor="t" anchorCtr="0">
            <a:noAutofit/>
          </a:bodyPr>
          <a:lstStyle/>
          <a:p>
            <a:pPr marL="0" indent="0"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5369247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>
          <a:extLst>
            <a:ext uri="{FF2B5EF4-FFF2-40B4-BE49-F238E27FC236}">
              <a16:creationId xmlns:a16="http://schemas.microsoft.com/office/drawing/2014/main" id="{06CC6995-F73F-18F9-4775-9F3EF9359C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7a083e9e25_0_43:notes">
            <a:extLst>
              <a:ext uri="{FF2B5EF4-FFF2-40B4-BE49-F238E27FC236}">
                <a16:creationId xmlns:a16="http://schemas.microsoft.com/office/drawing/2014/main" id="{744EE0E8-9791-DE95-29D6-CB8EE4A1F3D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54050" y="696913"/>
            <a:ext cx="57023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7a083e9e25_0_43:notes">
            <a:extLst>
              <a:ext uri="{FF2B5EF4-FFF2-40B4-BE49-F238E27FC236}">
                <a16:creationId xmlns:a16="http://schemas.microsoft.com/office/drawing/2014/main" id="{87CA8C63-3F9A-C9F5-9761-D60B6A208D4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34" tIns="93134" rIns="93134" bIns="93134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045904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>
          <a:extLst>
            <a:ext uri="{FF2B5EF4-FFF2-40B4-BE49-F238E27FC236}">
              <a16:creationId xmlns:a16="http://schemas.microsoft.com/office/drawing/2014/main" id="{A7D19BCE-8957-D170-EB32-D6F1F4F14A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7a083e9e25_0_43:notes">
            <a:extLst>
              <a:ext uri="{FF2B5EF4-FFF2-40B4-BE49-F238E27FC236}">
                <a16:creationId xmlns:a16="http://schemas.microsoft.com/office/drawing/2014/main" id="{D0EA02DF-52DE-0D9E-F090-0928F05709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54050" y="696913"/>
            <a:ext cx="57023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7a083e9e25_0_43:notes">
            <a:extLst>
              <a:ext uri="{FF2B5EF4-FFF2-40B4-BE49-F238E27FC236}">
                <a16:creationId xmlns:a16="http://schemas.microsoft.com/office/drawing/2014/main" id="{04ECC5A9-E121-D888-5B74-2AF9C07558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34" tIns="93134" rIns="93134" bIns="93134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556333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>
          <a:extLst>
            <a:ext uri="{FF2B5EF4-FFF2-40B4-BE49-F238E27FC236}">
              <a16:creationId xmlns:a16="http://schemas.microsoft.com/office/drawing/2014/main" id="{7D809C26-390F-64D9-9DC9-E2D615E10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7a083e9e25_0_43:notes">
            <a:extLst>
              <a:ext uri="{FF2B5EF4-FFF2-40B4-BE49-F238E27FC236}">
                <a16:creationId xmlns:a16="http://schemas.microsoft.com/office/drawing/2014/main" id="{EC387983-C207-10D0-FD20-F148017E803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54050" y="696913"/>
            <a:ext cx="57023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7a083e9e25_0_43:notes">
            <a:extLst>
              <a:ext uri="{FF2B5EF4-FFF2-40B4-BE49-F238E27FC236}">
                <a16:creationId xmlns:a16="http://schemas.microsoft.com/office/drawing/2014/main" id="{0AB4487C-41F1-FD27-ADC2-B28104663BF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34" tIns="93134" rIns="93134" bIns="93134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7265914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>
          <a:extLst>
            <a:ext uri="{FF2B5EF4-FFF2-40B4-BE49-F238E27FC236}">
              <a16:creationId xmlns:a16="http://schemas.microsoft.com/office/drawing/2014/main" id="{84C355D8-92A7-4350-D4AE-85B616E9CE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7a083e9e25_0_43:notes">
            <a:extLst>
              <a:ext uri="{FF2B5EF4-FFF2-40B4-BE49-F238E27FC236}">
                <a16:creationId xmlns:a16="http://schemas.microsoft.com/office/drawing/2014/main" id="{30ADAB19-CED0-DA0F-024A-3A68D58E310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54050" y="696913"/>
            <a:ext cx="57023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7a083e9e25_0_43:notes">
            <a:extLst>
              <a:ext uri="{FF2B5EF4-FFF2-40B4-BE49-F238E27FC236}">
                <a16:creationId xmlns:a16="http://schemas.microsoft.com/office/drawing/2014/main" id="{DF1E6862-CDAA-4A48-6ED8-B03376FBBBF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34" tIns="93134" rIns="93134" bIns="93134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7142390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>
          <a:extLst>
            <a:ext uri="{FF2B5EF4-FFF2-40B4-BE49-F238E27FC236}">
              <a16:creationId xmlns:a16="http://schemas.microsoft.com/office/drawing/2014/main" id="{FDB11D14-1887-A456-22DC-C341EAFF33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7a083e9e25_0_43:notes">
            <a:extLst>
              <a:ext uri="{FF2B5EF4-FFF2-40B4-BE49-F238E27FC236}">
                <a16:creationId xmlns:a16="http://schemas.microsoft.com/office/drawing/2014/main" id="{5FD79007-A206-5216-307F-E630836D1C4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54050" y="696913"/>
            <a:ext cx="57023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7a083e9e25_0_43:notes">
            <a:extLst>
              <a:ext uri="{FF2B5EF4-FFF2-40B4-BE49-F238E27FC236}">
                <a16:creationId xmlns:a16="http://schemas.microsoft.com/office/drawing/2014/main" id="{565DBF63-6B96-9AA1-5C13-50D721D464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34" tIns="93134" rIns="93134" bIns="93134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1275364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>
          <a:extLst>
            <a:ext uri="{FF2B5EF4-FFF2-40B4-BE49-F238E27FC236}">
              <a16:creationId xmlns:a16="http://schemas.microsoft.com/office/drawing/2014/main" id="{85994006-8B65-4525-8933-4CE2C77EB1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7a083e9e25_0_43:notes">
            <a:extLst>
              <a:ext uri="{FF2B5EF4-FFF2-40B4-BE49-F238E27FC236}">
                <a16:creationId xmlns:a16="http://schemas.microsoft.com/office/drawing/2014/main" id="{928822A5-A0CC-D00C-34FC-A65B1638BC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54050" y="696913"/>
            <a:ext cx="57023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7a083e9e25_0_43:notes">
            <a:extLst>
              <a:ext uri="{FF2B5EF4-FFF2-40B4-BE49-F238E27FC236}">
                <a16:creationId xmlns:a16="http://schemas.microsoft.com/office/drawing/2014/main" id="{D400854F-28D4-AADF-181A-71BBD90C13A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34" tIns="93134" rIns="93134" bIns="93134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7657295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>
          <a:extLst>
            <a:ext uri="{FF2B5EF4-FFF2-40B4-BE49-F238E27FC236}">
              <a16:creationId xmlns:a16="http://schemas.microsoft.com/office/drawing/2014/main" id="{E0E169DB-396C-C9A6-E69A-F0E8651AC3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7a083e9e25_0_43:notes">
            <a:extLst>
              <a:ext uri="{FF2B5EF4-FFF2-40B4-BE49-F238E27FC236}">
                <a16:creationId xmlns:a16="http://schemas.microsoft.com/office/drawing/2014/main" id="{4E65AED2-98D0-134F-21AC-CDC9B93719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54050" y="696913"/>
            <a:ext cx="57023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7a083e9e25_0_43:notes">
            <a:extLst>
              <a:ext uri="{FF2B5EF4-FFF2-40B4-BE49-F238E27FC236}">
                <a16:creationId xmlns:a16="http://schemas.microsoft.com/office/drawing/2014/main" id="{40DA8296-8B48-CE55-7B43-C99C64B9104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34" tIns="93134" rIns="93134" bIns="93134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4215735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>
          <a:extLst>
            <a:ext uri="{FF2B5EF4-FFF2-40B4-BE49-F238E27FC236}">
              <a16:creationId xmlns:a16="http://schemas.microsoft.com/office/drawing/2014/main" id="{4D690F10-A224-A631-EBFE-21ECDB187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7a083e9e25_0_43:notes">
            <a:extLst>
              <a:ext uri="{FF2B5EF4-FFF2-40B4-BE49-F238E27FC236}">
                <a16:creationId xmlns:a16="http://schemas.microsoft.com/office/drawing/2014/main" id="{997097C2-7C27-FA5B-C32F-9766E51B1C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54050" y="696913"/>
            <a:ext cx="57023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7a083e9e25_0_43:notes">
            <a:extLst>
              <a:ext uri="{FF2B5EF4-FFF2-40B4-BE49-F238E27FC236}">
                <a16:creationId xmlns:a16="http://schemas.microsoft.com/office/drawing/2014/main" id="{8A42C475-0FF5-D81F-C527-41065C0ACDE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34" tIns="93134" rIns="93134" bIns="93134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9201818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>
          <a:extLst>
            <a:ext uri="{FF2B5EF4-FFF2-40B4-BE49-F238E27FC236}">
              <a16:creationId xmlns:a16="http://schemas.microsoft.com/office/drawing/2014/main" id="{899501F3-E073-AD09-F772-92BB414722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7a083e9e25_0_43:notes">
            <a:extLst>
              <a:ext uri="{FF2B5EF4-FFF2-40B4-BE49-F238E27FC236}">
                <a16:creationId xmlns:a16="http://schemas.microsoft.com/office/drawing/2014/main" id="{6A45D135-B9BF-2355-36B9-79E889F251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54050" y="696913"/>
            <a:ext cx="57023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7a083e9e25_0_43:notes">
            <a:extLst>
              <a:ext uri="{FF2B5EF4-FFF2-40B4-BE49-F238E27FC236}">
                <a16:creationId xmlns:a16="http://schemas.microsoft.com/office/drawing/2014/main" id="{E480C911-A059-746D-04D5-ABCA2E21D9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34" tIns="93134" rIns="93134" bIns="93134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617790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220902" y="573375"/>
            <a:ext cx="6038667" cy="1580491"/>
          </a:xfrm>
          <a:prstGeom prst="rect">
            <a:avLst/>
          </a:prstGeom>
        </p:spPr>
        <p:txBody>
          <a:bodyPr spcFirstLastPara="1" wrap="square" lIns="58250" tIns="58250" rIns="58250" bIns="5825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572"/>
            </a:lvl1pPr>
            <a:lvl2pPr lvl="1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572"/>
            </a:lvl2pPr>
            <a:lvl3pPr lvl="2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572"/>
            </a:lvl3pPr>
            <a:lvl4pPr lvl="3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572"/>
            </a:lvl4pPr>
            <a:lvl5pPr lvl="4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572"/>
            </a:lvl5pPr>
            <a:lvl6pPr lvl="5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572"/>
            </a:lvl6pPr>
            <a:lvl7pPr lvl="6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572"/>
            </a:lvl7pPr>
            <a:lvl8pPr lvl="7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572"/>
            </a:lvl8pPr>
            <a:lvl9pPr lvl="8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572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220896" y="2182457"/>
            <a:ext cx="6038667" cy="610431"/>
          </a:xfrm>
          <a:prstGeom prst="rect">
            <a:avLst/>
          </a:prstGeom>
        </p:spPr>
        <p:txBody>
          <a:bodyPr spcFirstLastPara="1" wrap="square" lIns="58250" tIns="58250" rIns="58250" bIns="5825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948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948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948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948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948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948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948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948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948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6004266" y="3590970"/>
            <a:ext cx="388358" cy="303103"/>
          </a:xfrm>
          <a:prstGeom prst="rect">
            <a:avLst/>
          </a:prstGeom>
        </p:spPr>
        <p:txBody>
          <a:bodyPr spcFirstLastPara="1" wrap="square" lIns="58250" tIns="58250" rIns="58250" bIns="5825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>
                <a:solidFill>
                  <a:srgbClr val="595959"/>
                </a:solidFill>
              </a:rPr>
              <a:pPr/>
              <a:t>‹#›</a:t>
            </a:fld>
            <a:endParaRPr>
              <a:solidFill>
                <a:srgbClr val="59595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64473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220896" y="1656287"/>
            <a:ext cx="6038667" cy="648116"/>
          </a:xfrm>
          <a:prstGeom prst="rect">
            <a:avLst/>
          </a:prstGeom>
        </p:spPr>
        <p:txBody>
          <a:bodyPr spcFirstLastPara="1" wrap="square" lIns="58250" tIns="58250" rIns="58250" bIns="582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300"/>
              <a:buNone/>
              <a:defRPr sz="2490"/>
            </a:lvl1pPr>
            <a:lvl2pPr lvl="1" algn="ctr">
              <a:spcBef>
                <a:spcPts val="0"/>
              </a:spcBef>
              <a:spcAft>
                <a:spcPts val="0"/>
              </a:spcAft>
              <a:buSzPts val="2300"/>
              <a:buNone/>
              <a:defRPr sz="2490"/>
            </a:lvl2pPr>
            <a:lvl3pPr lvl="2" algn="ctr">
              <a:spcBef>
                <a:spcPts val="0"/>
              </a:spcBef>
              <a:spcAft>
                <a:spcPts val="0"/>
              </a:spcAft>
              <a:buSzPts val="2300"/>
              <a:buNone/>
              <a:defRPr sz="2490"/>
            </a:lvl3pPr>
            <a:lvl4pPr lvl="3" algn="ctr">
              <a:spcBef>
                <a:spcPts val="0"/>
              </a:spcBef>
              <a:spcAft>
                <a:spcPts val="0"/>
              </a:spcAft>
              <a:buSzPts val="2300"/>
              <a:buNone/>
              <a:defRPr sz="2490"/>
            </a:lvl4pPr>
            <a:lvl5pPr lvl="4" algn="ctr">
              <a:spcBef>
                <a:spcPts val="0"/>
              </a:spcBef>
              <a:spcAft>
                <a:spcPts val="0"/>
              </a:spcAft>
              <a:buSzPts val="2300"/>
              <a:buNone/>
              <a:defRPr sz="2490"/>
            </a:lvl5pPr>
            <a:lvl6pPr lvl="5" algn="ctr">
              <a:spcBef>
                <a:spcPts val="0"/>
              </a:spcBef>
              <a:spcAft>
                <a:spcPts val="0"/>
              </a:spcAft>
              <a:buSzPts val="2300"/>
              <a:buNone/>
              <a:defRPr sz="2490"/>
            </a:lvl6pPr>
            <a:lvl7pPr lvl="6" algn="ctr">
              <a:spcBef>
                <a:spcPts val="0"/>
              </a:spcBef>
              <a:spcAft>
                <a:spcPts val="0"/>
              </a:spcAft>
              <a:buSzPts val="2300"/>
              <a:buNone/>
              <a:defRPr sz="2490"/>
            </a:lvl7pPr>
            <a:lvl8pPr lvl="7" algn="ctr">
              <a:spcBef>
                <a:spcPts val="0"/>
              </a:spcBef>
              <a:spcAft>
                <a:spcPts val="0"/>
              </a:spcAft>
              <a:buSzPts val="2300"/>
              <a:buNone/>
              <a:defRPr sz="2490"/>
            </a:lvl8pPr>
            <a:lvl9pPr lvl="8" algn="ctr">
              <a:spcBef>
                <a:spcPts val="0"/>
              </a:spcBef>
              <a:spcAft>
                <a:spcPts val="0"/>
              </a:spcAft>
              <a:buSzPts val="2300"/>
              <a:buNone/>
              <a:defRPr sz="249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6004266" y="3590970"/>
            <a:ext cx="388358" cy="303103"/>
          </a:xfrm>
          <a:prstGeom prst="rect">
            <a:avLst/>
          </a:prstGeom>
        </p:spPr>
        <p:txBody>
          <a:bodyPr spcFirstLastPara="1" wrap="square" lIns="58250" tIns="58250" rIns="58250" bIns="5825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>
                <a:solidFill>
                  <a:srgbClr val="595959"/>
                </a:solidFill>
              </a:rPr>
              <a:pPr/>
              <a:t>‹#›</a:t>
            </a:fld>
            <a:endParaRPr>
              <a:solidFill>
                <a:srgbClr val="59595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58873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220896" y="342697"/>
            <a:ext cx="6038667" cy="441173"/>
          </a:xfrm>
          <a:prstGeom prst="rect">
            <a:avLst/>
          </a:prstGeom>
        </p:spPr>
        <p:txBody>
          <a:bodyPr spcFirstLastPara="1" wrap="square" lIns="58250" tIns="58250" rIns="58250" bIns="5825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220896" y="887483"/>
            <a:ext cx="6038667" cy="2630796"/>
          </a:xfrm>
          <a:prstGeom prst="rect">
            <a:avLst/>
          </a:prstGeom>
        </p:spPr>
        <p:txBody>
          <a:bodyPr spcFirstLastPara="1" wrap="square" lIns="58250" tIns="58250" rIns="58250" bIns="58250" anchor="t" anchorCtr="0">
            <a:noAutofit/>
          </a:bodyPr>
          <a:lstStyle>
            <a:lvl1pPr marL="494874" lvl="0" indent="-323042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89746" lvl="1" indent="-309296">
              <a:spcBef>
                <a:spcPts val="1082"/>
              </a:spcBef>
              <a:spcAft>
                <a:spcPts val="0"/>
              </a:spcAft>
              <a:buSzPts val="900"/>
              <a:buChar char="○"/>
              <a:defRPr/>
            </a:lvl2pPr>
            <a:lvl3pPr marL="1484620" lvl="2" indent="-309296">
              <a:spcBef>
                <a:spcPts val="1082"/>
              </a:spcBef>
              <a:spcAft>
                <a:spcPts val="0"/>
              </a:spcAft>
              <a:buSzPts val="900"/>
              <a:buChar char="■"/>
              <a:defRPr/>
            </a:lvl3pPr>
            <a:lvl4pPr marL="1979494" lvl="3" indent="-309296">
              <a:spcBef>
                <a:spcPts val="1082"/>
              </a:spcBef>
              <a:spcAft>
                <a:spcPts val="0"/>
              </a:spcAft>
              <a:buSzPts val="900"/>
              <a:buChar char="●"/>
              <a:defRPr/>
            </a:lvl4pPr>
            <a:lvl5pPr marL="2474366" lvl="4" indent="-309296">
              <a:spcBef>
                <a:spcPts val="1082"/>
              </a:spcBef>
              <a:spcAft>
                <a:spcPts val="0"/>
              </a:spcAft>
              <a:buSzPts val="900"/>
              <a:buChar char="○"/>
              <a:defRPr/>
            </a:lvl5pPr>
            <a:lvl6pPr marL="2969240" lvl="5" indent="-309296">
              <a:spcBef>
                <a:spcPts val="1082"/>
              </a:spcBef>
              <a:spcAft>
                <a:spcPts val="0"/>
              </a:spcAft>
              <a:buSzPts val="900"/>
              <a:buChar char="■"/>
              <a:defRPr/>
            </a:lvl6pPr>
            <a:lvl7pPr marL="3464112" lvl="6" indent="-309296">
              <a:spcBef>
                <a:spcPts val="1082"/>
              </a:spcBef>
              <a:spcAft>
                <a:spcPts val="0"/>
              </a:spcAft>
              <a:buSzPts val="900"/>
              <a:buChar char="●"/>
              <a:defRPr/>
            </a:lvl7pPr>
            <a:lvl8pPr marL="3958986" lvl="7" indent="-309296">
              <a:spcBef>
                <a:spcPts val="1082"/>
              </a:spcBef>
              <a:spcAft>
                <a:spcPts val="0"/>
              </a:spcAft>
              <a:buSzPts val="900"/>
              <a:buChar char="○"/>
              <a:defRPr/>
            </a:lvl8pPr>
            <a:lvl9pPr marL="4453860" lvl="8" indent="-309296">
              <a:spcBef>
                <a:spcPts val="1082"/>
              </a:spcBef>
              <a:spcAft>
                <a:spcPts val="1082"/>
              </a:spcAft>
              <a:buSzPts val="9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6004266" y="3590970"/>
            <a:ext cx="388358" cy="303103"/>
          </a:xfrm>
          <a:prstGeom prst="rect">
            <a:avLst/>
          </a:prstGeom>
        </p:spPr>
        <p:txBody>
          <a:bodyPr spcFirstLastPara="1" wrap="square" lIns="58250" tIns="58250" rIns="58250" bIns="5825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>
                <a:solidFill>
                  <a:srgbClr val="595959"/>
                </a:solidFill>
              </a:rPr>
              <a:pPr/>
              <a:t>‹#›</a:t>
            </a:fld>
            <a:endParaRPr>
              <a:solidFill>
                <a:srgbClr val="59595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08296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220896" y="342697"/>
            <a:ext cx="6038667" cy="441173"/>
          </a:xfrm>
          <a:prstGeom prst="rect">
            <a:avLst/>
          </a:prstGeom>
        </p:spPr>
        <p:txBody>
          <a:bodyPr spcFirstLastPara="1" wrap="square" lIns="58250" tIns="58250" rIns="58250" bIns="5825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220896" y="887483"/>
            <a:ext cx="2834368" cy="2630796"/>
          </a:xfrm>
          <a:prstGeom prst="rect">
            <a:avLst/>
          </a:prstGeom>
        </p:spPr>
        <p:txBody>
          <a:bodyPr spcFirstLastPara="1" wrap="square" lIns="58250" tIns="58250" rIns="58250" bIns="58250" anchor="t" anchorCtr="0">
            <a:noAutofit/>
          </a:bodyPr>
          <a:lstStyle>
            <a:lvl1pPr marL="494874" lvl="0" indent="-309296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74"/>
            </a:lvl1pPr>
            <a:lvl2pPr marL="989746" lvl="1" indent="-302422">
              <a:spcBef>
                <a:spcPts val="1082"/>
              </a:spcBef>
              <a:spcAft>
                <a:spcPts val="0"/>
              </a:spcAft>
              <a:buSzPts val="800"/>
              <a:buChar char="○"/>
              <a:defRPr sz="866"/>
            </a:lvl2pPr>
            <a:lvl3pPr marL="1484620" lvl="2" indent="-302422">
              <a:spcBef>
                <a:spcPts val="1082"/>
              </a:spcBef>
              <a:spcAft>
                <a:spcPts val="0"/>
              </a:spcAft>
              <a:buSzPts val="800"/>
              <a:buChar char="■"/>
              <a:defRPr sz="866"/>
            </a:lvl3pPr>
            <a:lvl4pPr marL="1979494" lvl="3" indent="-302422">
              <a:spcBef>
                <a:spcPts val="1082"/>
              </a:spcBef>
              <a:spcAft>
                <a:spcPts val="0"/>
              </a:spcAft>
              <a:buSzPts val="800"/>
              <a:buChar char="●"/>
              <a:defRPr sz="866"/>
            </a:lvl4pPr>
            <a:lvl5pPr marL="2474366" lvl="4" indent="-302422">
              <a:spcBef>
                <a:spcPts val="1082"/>
              </a:spcBef>
              <a:spcAft>
                <a:spcPts val="0"/>
              </a:spcAft>
              <a:buSzPts val="800"/>
              <a:buChar char="○"/>
              <a:defRPr sz="866"/>
            </a:lvl5pPr>
            <a:lvl6pPr marL="2969240" lvl="5" indent="-302422">
              <a:spcBef>
                <a:spcPts val="1082"/>
              </a:spcBef>
              <a:spcAft>
                <a:spcPts val="0"/>
              </a:spcAft>
              <a:buSzPts val="800"/>
              <a:buChar char="■"/>
              <a:defRPr sz="866"/>
            </a:lvl6pPr>
            <a:lvl7pPr marL="3464112" lvl="6" indent="-302422">
              <a:spcBef>
                <a:spcPts val="1082"/>
              </a:spcBef>
              <a:spcAft>
                <a:spcPts val="0"/>
              </a:spcAft>
              <a:buSzPts val="800"/>
              <a:buChar char="●"/>
              <a:defRPr sz="866"/>
            </a:lvl7pPr>
            <a:lvl8pPr marL="3958986" lvl="7" indent="-302422">
              <a:spcBef>
                <a:spcPts val="1082"/>
              </a:spcBef>
              <a:spcAft>
                <a:spcPts val="0"/>
              </a:spcAft>
              <a:buSzPts val="800"/>
              <a:buChar char="○"/>
              <a:defRPr sz="866"/>
            </a:lvl8pPr>
            <a:lvl9pPr marL="4453860" lvl="8" indent="-302422">
              <a:spcBef>
                <a:spcPts val="1082"/>
              </a:spcBef>
              <a:spcAft>
                <a:spcPts val="1082"/>
              </a:spcAft>
              <a:buSzPts val="800"/>
              <a:buChar char="■"/>
              <a:defRPr sz="866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3424627" y="887483"/>
            <a:ext cx="2834368" cy="2630796"/>
          </a:xfrm>
          <a:prstGeom prst="rect">
            <a:avLst/>
          </a:prstGeom>
        </p:spPr>
        <p:txBody>
          <a:bodyPr spcFirstLastPara="1" wrap="square" lIns="58250" tIns="58250" rIns="58250" bIns="58250" anchor="t" anchorCtr="0">
            <a:noAutofit/>
          </a:bodyPr>
          <a:lstStyle>
            <a:lvl1pPr marL="494874" lvl="0" indent="-309296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74"/>
            </a:lvl1pPr>
            <a:lvl2pPr marL="989746" lvl="1" indent="-302422">
              <a:spcBef>
                <a:spcPts val="1082"/>
              </a:spcBef>
              <a:spcAft>
                <a:spcPts val="0"/>
              </a:spcAft>
              <a:buSzPts val="800"/>
              <a:buChar char="○"/>
              <a:defRPr sz="866"/>
            </a:lvl2pPr>
            <a:lvl3pPr marL="1484620" lvl="2" indent="-302422">
              <a:spcBef>
                <a:spcPts val="1082"/>
              </a:spcBef>
              <a:spcAft>
                <a:spcPts val="0"/>
              </a:spcAft>
              <a:buSzPts val="800"/>
              <a:buChar char="■"/>
              <a:defRPr sz="866"/>
            </a:lvl3pPr>
            <a:lvl4pPr marL="1979494" lvl="3" indent="-302422">
              <a:spcBef>
                <a:spcPts val="1082"/>
              </a:spcBef>
              <a:spcAft>
                <a:spcPts val="0"/>
              </a:spcAft>
              <a:buSzPts val="800"/>
              <a:buChar char="●"/>
              <a:defRPr sz="866"/>
            </a:lvl4pPr>
            <a:lvl5pPr marL="2474366" lvl="4" indent="-302422">
              <a:spcBef>
                <a:spcPts val="1082"/>
              </a:spcBef>
              <a:spcAft>
                <a:spcPts val="0"/>
              </a:spcAft>
              <a:buSzPts val="800"/>
              <a:buChar char="○"/>
              <a:defRPr sz="866"/>
            </a:lvl5pPr>
            <a:lvl6pPr marL="2969240" lvl="5" indent="-302422">
              <a:spcBef>
                <a:spcPts val="1082"/>
              </a:spcBef>
              <a:spcAft>
                <a:spcPts val="0"/>
              </a:spcAft>
              <a:buSzPts val="800"/>
              <a:buChar char="■"/>
              <a:defRPr sz="866"/>
            </a:lvl6pPr>
            <a:lvl7pPr marL="3464112" lvl="6" indent="-302422">
              <a:spcBef>
                <a:spcPts val="1082"/>
              </a:spcBef>
              <a:spcAft>
                <a:spcPts val="0"/>
              </a:spcAft>
              <a:buSzPts val="800"/>
              <a:buChar char="●"/>
              <a:defRPr sz="866"/>
            </a:lvl7pPr>
            <a:lvl8pPr marL="3958986" lvl="7" indent="-302422">
              <a:spcBef>
                <a:spcPts val="1082"/>
              </a:spcBef>
              <a:spcAft>
                <a:spcPts val="0"/>
              </a:spcAft>
              <a:buSzPts val="800"/>
              <a:buChar char="○"/>
              <a:defRPr sz="866"/>
            </a:lvl8pPr>
            <a:lvl9pPr marL="4453860" lvl="8" indent="-302422">
              <a:spcBef>
                <a:spcPts val="1082"/>
              </a:spcBef>
              <a:spcAft>
                <a:spcPts val="1082"/>
              </a:spcAft>
              <a:buSzPts val="800"/>
              <a:buChar char="■"/>
              <a:defRPr sz="866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6004266" y="3590970"/>
            <a:ext cx="388358" cy="303103"/>
          </a:xfrm>
          <a:prstGeom prst="rect">
            <a:avLst/>
          </a:prstGeom>
        </p:spPr>
        <p:txBody>
          <a:bodyPr spcFirstLastPara="1" wrap="square" lIns="58250" tIns="58250" rIns="58250" bIns="5825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>
                <a:solidFill>
                  <a:srgbClr val="595959"/>
                </a:solidFill>
              </a:rPr>
              <a:pPr/>
              <a:t>‹#›</a:t>
            </a:fld>
            <a:endParaRPr>
              <a:solidFill>
                <a:srgbClr val="59595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40473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220896" y="342697"/>
            <a:ext cx="6038667" cy="441173"/>
          </a:xfrm>
          <a:prstGeom prst="rect">
            <a:avLst/>
          </a:prstGeom>
        </p:spPr>
        <p:txBody>
          <a:bodyPr spcFirstLastPara="1" wrap="square" lIns="58250" tIns="58250" rIns="58250" bIns="5825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6004266" y="3590970"/>
            <a:ext cx="388358" cy="303103"/>
          </a:xfrm>
          <a:prstGeom prst="rect">
            <a:avLst/>
          </a:prstGeom>
        </p:spPr>
        <p:txBody>
          <a:bodyPr spcFirstLastPara="1" wrap="square" lIns="58250" tIns="58250" rIns="58250" bIns="5825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>
                <a:solidFill>
                  <a:srgbClr val="595959"/>
                </a:solidFill>
              </a:rPr>
              <a:pPr/>
              <a:t>‹#›</a:t>
            </a:fld>
            <a:endParaRPr>
              <a:solidFill>
                <a:srgbClr val="59595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72480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220896" y="427845"/>
            <a:ext cx="1989976" cy="581841"/>
          </a:xfrm>
          <a:prstGeom prst="rect">
            <a:avLst/>
          </a:prstGeom>
        </p:spPr>
        <p:txBody>
          <a:bodyPr spcFirstLastPara="1" wrap="square" lIns="58250" tIns="58250" rIns="58250" bIns="5825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00"/>
              <a:buNone/>
              <a:defRPr sz="1624"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 sz="1624"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 sz="1624"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 sz="1624"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 sz="1624"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 sz="1624"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 sz="1624"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 sz="1624"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 sz="1624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220896" y="1070084"/>
            <a:ext cx="1989976" cy="2448219"/>
          </a:xfrm>
          <a:prstGeom prst="rect">
            <a:avLst/>
          </a:prstGeom>
        </p:spPr>
        <p:txBody>
          <a:bodyPr spcFirstLastPara="1" wrap="square" lIns="58250" tIns="58250" rIns="58250" bIns="58250" anchor="t" anchorCtr="0">
            <a:noAutofit/>
          </a:bodyPr>
          <a:lstStyle>
            <a:lvl1pPr marL="494874" lvl="0" indent="-302422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66"/>
            </a:lvl1pPr>
            <a:lvl2pPr marL="989746" lvl="1" indent="-302422">
              <a:spcBef>
                <a:spcPts val="1082"/>
              </a:spcBef>
              <a:spcAft>
                <a:spcPts val="0"/>
              </a:spcAft>
              <a:buSzPts val="800"/>
              <a:buChar char="○"/>
              <a:defRPr sz="866"/>
            </a:lvl2pPr>
            <a:lvl3pPr marL="1484620" lvl="2" indent="-302422">
              <a:spcBef>
                <a:spcPts val="1082"/>
              </a:spcBef>
              <a:spcAft>
                <a:spcPts val="0"/>
              </a:spcAft>
              <a:buSzPts val="800"/>
              <a:buChar char="■"/>
              <a:defRPr sz="866"/>
            </a:lvl3pPr>
            <a:lvl4pPr marL="1979494" lvl="3" indent="-302422">
              <a:spcBef>
                <a:spcPts val="1082"/>
              </a:spcBef>
              <a:spcAft>
                <a:spcPts val="0"/>
              </a:spcAft>
              <a:buSzPts val="800"/>
              <a:buChar char="●"/>
              <a:defRPr sz="866"/>
            </a:lvl4pPr>
            <a:lvl5pPr marL="2474366" lvl="4" indent="-302422">
              <a:spcBef>
                <a:spcPts val="1082"/>
              </a:spcBef>
              <a:spcAft>
                <a:spcPts val="0"/>
              </a:spcAft>
              <a:buSzPts val="800"/>
              <a:buChar char="○"/>
              <a:defRPr sz="866"/>
            </a:lvl5pPr>
            <a:lvl6pPr marL="2969240" lvl="5" indent="-302422">
              <a:spcBef>
                <a:spcPts val="1082"/>
              </a:spcBef>
              <a:spcAft>
                <a:spcPts val="0"/>
              </a:spcAft>
              <a:buSzPts val="800"/>
              <a:buChar char="■"/>
              <a:defRPr sz="866"/>
            </a:lvl6pPr>
            <a:lvl7pPr marL="3464112" lvl="6" indent="-302422">
              <a:spcBef>
                <a:spcPts val="1082"/>
              </a:spcBef>
              <a:spcAft>
                <a:spcPts val="0"/>
              </a:spcAft>
              <a:buSzPts val="800"/>
              <a:buChar char="●"/>
              <a:defRPr sz="866"/>
            </a:lvl7pPr>
            <a:lvl8pPr marL="3958986" lvl="7" indent="-302422">
              <a:spcBef>
                <a:spcPts val="1082"/>
              </a:spcBef>
              <a:spcAft>
                <a:spcPts val="0"/>
              </a:spcAft>
              <a:buSzPts val="800"/>
              <a:buChar char="○"/>
              <a:defRPr sz="866"/>
            </a:lvl8pPr>
            <a:lvl9pPr marL="4453860" lvl="8" indent="-302422">
              <a:spcBef>
                <a:spcPts val="1082"/>
              </a:spcBef>
              <a:spcAft>
                <a:spcPts val="1082"/>
              </a:spcAft>
              <a:buSzPts val="800"/>
              <a:buChar char="■"/>
              <a:defRPr sz="866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6004266" y="3590970"/>
            <a:ext cx="388358" cy="303103"/>
          </a:xfrm>
          <a:prstGeom prst="rect">
            <a:avLst/>
          </a:prstGeom>
        </p:spPr>
        <p:txBody>
          <a:bodyPr spcFirstLastPara="1" wrap="square" lIns="58250" tIns="58250" rIns="58250" bIns="5825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>
                <a:solidFill>
                  <a:srgbClr val="595959"/>
                </a:solidFill>
              </a:rPr>
              <a:pPr/>
              <a:t>‹#›</a:t>
            </a:fld>
            <a:endParaRPr>
              <a:solidFill>
                <a:srgbClr val="59595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03104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347435" y="346645"/>
            <a:ext cx="4512877" cy="3150262"/>
          </a:xfrm>
          <a:prstGeom prst="rect">
            <a:avLst/>
          </a:prstGeom>
        </p:spPr>
        <p:txBody>
          <a:bodyPr spcFirstLastPara="1" wrap="square" lIns="58250" tIns="58250" rIns="58250" bIns="5825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 sz="3356"/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 sz="3356"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 sz="3356"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 sz="3356"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 sz="3356"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 sz="3356"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 sz="3356"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 sz="3356"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 sz="3356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6004266" y="3590970"/>
            <a:ext cx="388358" cy="303103"/>
          </a:xfrm>
          <a:prstGeom prst="rect">
            <a:avLst/>
          </a:prstGeom>
        </p:spPr>
        <p:txBody>
          <a:bodyPr spcFirstLastPara="1" wrap="square" lIns="58250" tIns="58250" rIns="58250" bIns="5825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>
                <a:solidFill>
                  <a:srgbClr val="595959"/>
                </a:solidFill>
              </a:rPr>
              <a:pPr/>
              <a:t>‹#›</a:t>
            </a:fld>
            <a:endParaRPr>
              <a:solidFill>
                <a:srgbClr val="59595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22751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3240087" y="-91"/>
            <a:ext cx="3240088" cy="3960813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63054" tIns="63054" rIns="63054" bIns="63054" anchor="ctr" anchorCtr="0">
            <a:noAutofit/>
          </a:bodyPr>
          <a:lstStyle/>
          <a:p>
            <a:endParaRPr sz="1516"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188159" y="949621"/>
            <a:ext cx="2866614" cy="1141593"/>
          </a:xfrm>
          <a:prstGeom prst="rect">
            <a:avLst/>
          </a:prstGeom>
        </p:spPr>
        <p:txBody>
          <a:bodyPr spcFirstLastPara="1" wrap="square" lIns="58250" tIns="58250" rIns="58250" bIns="5825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922"/>
            </a:lvl1pPr>
            <a:lvl2pPr lvl="1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922"/>
            </a:lvl2pPr>
            <a:lvl3pPr lvl="2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922"/>
            </a:lvl3pPr>
            <a:lvl4pPr lvl="3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922"/>
            </a:lvl4pPr>
            <a:lvl5pPr lvl="4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922"/>
            </a:lvl5pPr>
            <a:lvl6pPr lvl="5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922"/>
            </a:lvl6pPr>
            <a:lvl7pPr lvl="6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922"/>
            </a:lvl7pPr>
            <a:lvl8pPr lvl="7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922"/>
            </a:lvl8pPr>
            <a:lvl9pPr lvl="8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922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188159" y="2158546"/>
            <a:ext cx="2866614" cy="951219"/>
          </a:xfrm>
          <a:prstGeom prst="rect">
            <a:avLst/>
          </a:prstGeom>
        </p:spPr>
        <p:txBody>
          <a:bodyPr spcFirstLastPara="1" wrap="square" lIns="58250" tIns="58250" rIns="58250" bIns="5825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408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408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408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408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408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408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408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408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408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3500527" y="557584"/>
            <a:ext cx="2719208" cy="2845534"/>
          </a:xfrm>
          <a:prstGeom prst="rect">
            <a:avLst/>
          </a:prstGeom>
        </p:spPr>
        <p:txBody>
          <a:bodyPr spcFirstLastPara="1" wrap="square" lIns="58250" tIns="58250" rIns="58250" bIns="58250" anchor="ctr" anchorCtr="0">
            <a:noAutofit/>
          </a:bodyPr>
          <a:lstStyle>
            <a:lvl1pPr marL="494874" lvl="0" indent="-323042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89746" lvl="1" indent="-309296">
              <a:spcBef>
                <a:spcPts val="1082"/>
              </a:spcBef>
              <a:spcAft>
                <a:spcPts val="0"/>
              </a:spcAft>
              <a:buSzPts val="900"/>
              <a:buChar char="○"/>
              <a:defRPr/>
            </a:lvl2pPr>
            <a:lvl3pPr marL="1484620" lvl="2" indent="-309296">
              <a:spcBef>
                <a:spcPts val="1082"/>
              </a:spcBef>
              <a:spcAft>
                <a:spcPts val="0"/>
              </a:spcAft>
              <a:buSzPts val="900"/>
              <a:buChar char="■"/>
              <a:defRPr/>
            </a:lvl3pPr>
            <a:lvl4pPr marL="1979494" lvl="3" indent="-309296">
              <a:spcBef>
                <a:spcPts val="1082"/>
              </a:spcBef>
              <a:spcAft>
                <a:spcPts val="0"/>
              </a:spcAft>
              <a:buSzPts val="900"/>
              <a:buChar char="●"/>
              <a:defRPr/>
            </a:lvl4pPr>
            <a:lvl5pPr marL="2474366" lvl="4" indent="-309296">
              <a:spcBef>
                <a:spcPts val="1082"/>
              </a:spcBef>
              <a:spcAft>
                <a:spcPts val="0"/>
              </a:spcAft>
              <a:buSzPts val="900"/>
              <a:buChar char="○"/>
              <a:defRPr/>
            </a:lvl5pPr>
            <a:lvl6pPr marL="2969240" lvl="5" indent="-309296">
              <a:spcBef>
                <a:spcPts val="1082"/>
              </a:spcBef>
              <a:spcAft>
                <a:spcPts val="0"/>
              </a:spcAft>
              <a:buSzPts val="900"/>
              <a:buChar char="■"/>
              <a:defRPr/>
            </a:lvl6pPr>
            <a:lvl7pPr marL="3464112" lvl="6" indent="-309296">
              <a:spcBef>
                <a:spcPts val="1082"/>
              </a:spcBef>
              <a:spcAft>
                <a:spcPts val="0"/>
              </a:spcAft>
              <a:buSzPts val="900"/>
              <a:buChar char="●"/>
              <a:defRPr/>
            </a:lvl7pPr>
            <a:lvl8pPr marL="3958986" lvl="7" indent="-309296">
              <a:spcBef>
                <a:spcPts val="1082"/>
              </a:spcBef>
              <a:spcAft>
                <a:spcPts val="0"/>
              </a:spcAft>
              <a:buSzPts val="900"/>
              <a:buChar char="○"/>
              <a:defRPr/>
            </a:lvl8pPr>
            <a:lvl9pPr marL="4453860" lvl="8" indent="-309296">
              <a:spcBef>
                <a:spcPts val="1082"/>
              </a:spcBef>
              <a:spcAft>
                <a:spcPts val="1082"/>
              </a:spcAft>
              <a:buSzPts val="9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6004266" y="3590970"/>
            <a:ext cx="388358" cy="303103"/>
          </a:xfrm>
          <a:prstGeom prst="rect">
            <a:avLst/>
          </a:prstGeom>
        </p:spPr>
        <p:txBody>
          <a:bodyPr spcFirstLastPara="1" wrap="square" lIns="58250" tIns="58250" rIns="58250" bIns="5825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>
                <a:solidFill>
                  <a:srgbClr val="595959"/>
                </a:solidFill>
              </a:rPr>
              <a:pPr/>
              <a:t>‹#›</a:t>
            </a:fld>
            <a:endParaRPr>
              <a:solidFill>
                <a:srgbClr val="59595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78876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220901" y="3257805"/>
            <a:ext cx="4251729" cy="465863"/>
          </a:xfrm>
          <a:prstGeom prst="rect">
            <a:avLst/>
          </a:prstGeom>
        </p:spPr>
        <p:txBody>
          <a:bodyPr spcFirstLastPara="1" wrap="square" lIns="58250" tIns="58250" rIns="58250" bIns="58250" anchor="ctr" anchorCtr="0">
            <a:noAutofit/>
          </a:bodyPr>
          <a:lstStyle>
            <a:lvl1pPr marL="494874" lvl="0" indent="-24743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6004266" y="3590970"/>
            <a:ext cx="388358" cy="303103"/>
          </a:xfrm>
          <a:prstGeom prst="rect">
            <a:avLst/>
          </a:prstGeom>
        </p:spPr>
        <p:txBody>
          <a:bodyPr spcFirstLastPara="1" wrap="square" lIns="58250" tIns="58250" rIns="58250" bIns="5825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>
                <a:solidFill>
                  <a:srgbClr val="595959"/>
                </a:solidFill>
              </a:rPr>
              <a:pPr/>
              <a:t>‹#›</a:t>
            </a:fld>
            <a:endParaRPr>
              <a:solidFill>
                <a:srgbClr val="59595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54218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220896" y="851786"/>
            <a:ext cx="6038667" cy="1511944"/>
          </a:xfrm>
          <a:prstGeom prst="rect">
            <a:avLst/>
          </a:prstGeom>
        </p:spPr>
        <p:txBody>
          <a:bodyPr spcFirstLastPara="1" wrap="square" lIns="58250" tIns="58250" rIns="58250" bIns="5825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600"/>
              <a:buNone/>
              <a:defRPr sz="8226"/>
            </a:lvl1pPr>
            <a:lvl2pPr lvl="1" algn="ctr">
              <a:spcBef>
                <a:spcPts val="0"/>
              </a:spcBef>
              <a:spcAft>
                <a:spcPts val="0"/>
              </a:spcAft>
              <a:buSzPts val="7600"/>
              <a:buNone/>
              <a:defRPr sz="8226"/>
            </a:lvl2pPr>
            <a:lvl3pPr lvl="2" algn="ctr">
              <a:spcBef>
                <a:spcPts val="0"/>
              </a:spcBef>
              <a:spcAft>
                <a:spcPts val="0"/>
              </a:spcAft>
              <a:buSzPts val="7600"/>
              <a:buNone/>
              <a:defRPr sz="8226"/>
            </a:lvl3pPr>
            <a:lvl4pPr lvl="3" algn="ctr">
              <a:spcBef>
                <a:spcPts val="0"/>
              </a:spcBef>
              <a:spcAft>
                <a:spcPts val="0"/>
              </a:spcAft>
              <a:buSzPts val="7600"/>
              <a:buNone/>
              <a:defRPr sz="8226"/>
            </a:lvl4pPr>
            <a:lvl5pPr lvl="4" algn="ctr">
              <a:spcBef>
                <a:spcPts val="0"/>
              </a:spcBef>
              <a:spcAft>
                <a:spcPts val="0"/>
              </a:spcAft>
              <a:buSzPts val="7600"/>
              <a:buNone/>
              <a:defRPr sz="8226"/>
            </a:lvl5pPr>
            <a:lvl6pPr lvl="5" algn="ctr">
              <a:spcBef>
                <a:spcPts val="0"/>
              </a:spcBef>
              <a:spcAft>
                <a:spcPts val="0"/>
              </a:spcAft>
              <a:buSzPts val="7600"/>
              <a:buNone/>
              <a:defRPr sz="8226"/>
            </a:lvl6pPr>
            <a:lvl7pPr lvl="6" algn="ctr">
              <a:spcBef>
                <a:spcPts val="0"/>
              </a:spcBef>
              <a:spcAft>
                <a:spcPts val="0"/>
              </a:spcAft>
              <a:buSzPts val="7600"/>
              <a:buNone/>
              <a:defRPr sz="8226"/>
            </a:lvl7pPr>
            <a:lvl8pPr lvl="7" algn="ctr">
              <a:spcBef>
                <a:spcPts val="0"/>
              </a:spcBef>
              <a:spcAft>
                <a:spcPts val="0"/>
              </a:spcAft>
              <a:buSzPts val="7600"/>
              <a:buNone/>
              <a:defRPr sz="8226"/>
            </a:lvl8pPr>
            <a:lvl9pPr lvl="8" algn="ctr">
              <a:spcBef>
                <a:spcPts val="0"/>
              </a:spcBef>
              <a:spcAft>
                <a:spcPts val="0"/>
              </a:spcAft>
              <a:buSzPts val="7600"/>
              <a:buNone/>
              <a:defRPr sz="8226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220896" y="2427409"/>
            <a:ext cx="6038667" cy="1001573"/>
          </a:xfrm>
          <a:prstGeom prst="rect">
            <a:avLst/>
          </a:prstGeom>
        </p:spPr>
        <p:txBody>
          <a:bodyPr spcFirstLastPara="1" wrap="square" lIns="58250" tIns="58250" rIns="58250" bIns="58250" anchor="t" anchorCtr="0">
            <a:noAutofit/>
          </a:bodyPr>
          <a:lstStyle>
            <a:lvl1pPr marL="494874" lvl="0" indent="-323042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marL="989746" lvl="1" indent="-309296" algn="ctr">
              <a:spcBef>
                <a:spcPts val="1082"/>
              </a:spcBef>
              <a:spcAft>
                <a:spcPts val="0"/>
              </a:spcAft>
              <a:buSzPts val="900"/>
              <a:buChar char="○"/>
              <a:defRPr/>
            </a:lvl2pPr>
            <a:lvl3pPr marL="1484620" lvl="2" indent="-309296" algn="ctr">
              <a:spcBef>
                <a:spcPts val="1082"/>
              </a:spcBef>
              <a:spcAft>
                <a:spcPts val="0"/>
              </a:spcAft>
              <a:buSzPts val="900"/>
              <a:buChar char="■"/>
              <a:defRPr/>
            </a:lvl3pPr>
            <a:lvl4pPr marL="1979494" lvl="3" indent="-309296" algn="ctr">
              <a:spcBef>
                <a:spcPts val="1082"/>
              </a:spcBef>
              <a:spcAft>
                <a:spcPts val="0"/>
              </a:spcAft>
              <a:buSzPts val="900"/>
              <a:buChar char="●"/>
              <a:defRPr/>
            </a:lvl4pPr>
            <a:lvl5pPr marL="2474366" lvl="4" indent="-309296" algn="ctr">
              <a:spcBef>
                <a:spcPts val="1082"/>
              </a:spcBef>
              <a:spcAft>
                <a:spcPts val="0"/>
              </a:spcAft>
              <a:buSzPts val="900"/>
              <a:buChar char="○"/>
              <a:defRPr/>
            </a:lvl5pPr>
            <a:lvl6pPr marL="2969240" lvl="5" indent="-309296" algn="ctr">
              <a:spcBef>
                <a:spcPts val="1082"/>
              </a:spcBef>
              <a:spcAft>
                <a:spcPts val="0"/>
              </a:spcAft>
              <a:buSzPts val="900"/>
              <a:buChar char="■"/>
              <a:defRPr/>
            </a:lvl6pPr>
            <a:lvl7pPr marL="3464112" lvl="6" indent="-309296" algn="ctr">
              <a:spcBef>
                <a:spcPts val="1082"/>
              </a:spcBef>
              <a:spcAft>
                <a:spcPts val="0"/>
              </a:spcAft>
              <a:buSzPts val="900"/>
              <a:buChar char="●"/>
              <a:defRPr/>
            </a:lvl7pPr>
            <a:lvl8pPr marL="3958986" lvl="7" indent="-309296" algn="ctr">
              <a:spcBef>
                <a:spcPts val="1082"/>
              </a:spcBef>
              <a:spcAft>
                <a:spcPts val="0"/>
              </a:spcAft>
              <a:buSzPts val="900"/>
              <a:buChar char="○"/>
              <a:defRPr/>
            </a:lvl8pPr>
            <a:lvl9pPr marL="4453860" lvl="8" indent="-309296" algn="ctr">
              <a:spcBef>
                <a:spcPts val="1082"/>
              </a:spcBef>
              <a:spcAft>
                <a:spcPts val="1082"/>
              </a:spcAft>
              <a:buSzPts val="9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6004266" y="3590970"/>
            <a:ext cx="388358" cy="303103"/>
          </a:xfrm>
          <a:prstGeom prst="rect">
            <a:avLst/>
          </a:prstGeom>
        </p:spPr>
        <p:txBody>
          <a:bodyPr spcFirstLastPara="1" wrap="square" lIns="58250" tIns="58250" rIns="58250" bIns="5825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>
                <a:solidFill>
                  <a:srgbClr val="595959"/>
                </a:solidFill>
              </a:rPr>
              <a:pPr/>
              <a:t>‹#›</a:t>
            </a:fld>
            <a:endParaRPr>
              <a:solidFill>
                <a:srgbClr val="59595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66960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6004266" y="3590970"/>
            <a:ext cx="388358" cy="303103"/>
          </a:xfrm>
          <a:prstGeom prst="rect">
            <a:avLst/>
          </a:prstGeom>
        </p:spPr>
        <p:txBody>
          <a:bodyPr spcFirstLastPara="1" wrap="square" lIns="58250" tIns="58250" rIns="58250" bIns="5825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>
                <a:solidFill>
                  <a:srgbClr val="595959"/>
                </a:solidFill>
              </a:rPr>
              <a:pPr/>
              <a:t>‹#›</a:t>
            </a:fld>
            <a:endParaRPr>
              <a:solidFill>
                <a:srgbClr val="59595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47034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220896" y="342697"/>
            <a:ext cx="6038667" cy="4411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8250" tIns="58250" rIns="58250" bIns="5825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220896" y="887483"/>
            <a:ext cx="6038667" cy="2630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8250" tIns="58250" rIns="58250" bIns="58250" anchor="t" anchorCtr="0">
            <a:noAutofit/>
          </a:bodyPr>
          <a:lstStyle>
            <a:lvl1pPr marL="457200" lvl="0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  <a:defRPr sz="1100">
                <a:solidFill>
                  <a:schemeClr val="dk2"/>
                </a:solidFill>
              </a:defRPr>
            </a:lvl1pPr>
            <a:lvl2pPr marL="914400" lvl="1" indent="-28575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900"/>
              <a:buChar char="○"/>
              <a:defRPr sz="900">
                <a:solidFill>
                  <a:schemeClr val="dk2"/>
                </a:solidFill>
              </a:defRPr>
            </a:lvl2pPr>
            <a:lvl3pPr marL="1371600" lvl="2" indent="-28575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900"/>
              <a:buChar char="■"/>
              <a:defRPr sz="900">
                <a:solidFill>
                  <a:schemeClr val="dk2"/>
                </a:solidFill>
              </a:defRPr>
            </a:lvl3pPr>
            <a:lvl4pPr marL="1828800" lvl="3" indent="-28575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900"/>
              <a:buChar char="●"/>
              <a:defRPr sz="900">
                <a:solidFill>
                  <a:schemeClr val="dk2"/>
                </a:solidFill>
              </a:defRPr>
            </a:lvl4pPr>
            <a:lvl5pPr marL="2286000" lvl="4" indent="-28575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900"/>
              <a:buChar char="○"/>
              <a:defRPr sz="900">
                <a:solidFill>
                  <a:schemeClr val="dk2"/>
                </a:solidFill>
              </a:defRPr>
            </a:lvl5pPr>
            <a:lvl6pPr marL="2743200" lvl="5" indent="-28575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900"/>
              <a:buChar char="■"/>
              <a:defRPr sz="900">
                <a:solidFill>
                  <a:schemeClr val="dk2"/>
                </a:solidFill>
              </a:defRPr>
            </a:lvl6pPr>
            <a:lvl7pPr marL="3200400" lvl="6" indent="-28575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900"/>
              <a:buChar char="●"/>
              <a:defRPr sz="900">
                <a:solidFill>
                  <a:schemeClr val="dk2"/>
                </a:solidFill>
              </a:defRPr>
            </a:lvl7pPr>
            <a:lvl8pPr marL="3657600" lvl="7" indent="-28575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900"/>
              <a:buChar char="○"/>
              <a:defRPr sz="900">
                <a:solidFill>
                  <a:schemeClr val="dk2"/>
                </a:solidFill>
              </a:defRPr>
            </a:lvl8pPr>
            <a:lvl9pPr marL="4114800" lvl="8" indent="-28575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2"/>
              </a:buClr>
              <a:buSzPts val="900"/>
              <a:buChar char="■"/>
              <a:defRPr sz="9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6004266" y="3590970"/>
            <a:ext cx="388358" cy="303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8250" tIns="58250" rIns="58250" bIns="58250" anchor="ctr" anchorCtr="0">
            <a:noAutofit/>
          </a:bodyPr>
          <a:lstStyle>
            <a:lvl1pPr lvl="0" algn="r">
              <a:buNone/>
              <a:defRPr sz="650">
                <a:solidFill>
                  <a:schemeClr val="dk2"/>
                </a:solidFill>
              </a:defRPr>
            </a:lvl1pPr>
            <a:lvl2pPr lvl="1" algn="r">
              <a:buNone/>
              <a:defRPr sz="650">
                <a:solidFill>
                  <a:schemeClr val="dk2"/>
                </a:solidFill>
              </a:defRPr>
            </a:lvl2pPr>
            <a:lvl3pPr lvl="2" algn="r">
              <a:buNone/>
              <a:defRPr sz="650">
                <a:solidFill>
                  <a:schemeClr val="dk2"/>
                </a:solidFill>
              </a:defRPr>
            </a:lvl3pPr>
            <a:lvl4pPr lvl="3" algn="r">
              <a:buNone/>
              <a:defRPr sz="650">
                <a:solidFill>
                  <a:schemeClr val="dk2"/>
                </a:solidFill>
              </a:defRPr>
            </a:lvl4pPr>
            <a:lvl5pPr lvl="4" algn="r">
              <a:buNone/>
              <a:defRPr sz="650">
                <a:solidFill>
                  <a:schemeClr val="dk2"/>
                </a:solidFill>
              </a:defRPr>
            </a:lvl5pPr>
            <a:lvl6pPr lvl="5" algn="r">
              <a:buNone/>
              <a:defRPr sz="650">
                <a:solidFill>
                  <a:schemeClr val="dk2"/>
                </a:solidFill>
              </a:defRPr>
            </a:lvl6pPr>
            <a:lvl7pPr lvl="6" algn="r">
              <a:buNone/>
              <a:defRPr sz="650">
                <a:solidFill>
                  <a:schemeClr val="dk2"/>
                </a:solidFill>
              </a:defRPr>
            </a:lvl7pPr>
            <a:lvl8pPr lvl="7" algn="r">
              <a:buNone/>
              <a:defRPr sz="650">
                <a:solidFill>
                  <a:schemeClr val="dk2"/>
                </a:solidFill>
              </a:defRPr>
            </a:lvl8pPr>
            <a:lvl9pPr lvl="8" algn="r">
              <a:buNone/>
              <a:defRPr sz="650">
                <a:solidFill>
                  <a:schemeClr val="dk2"/>
                </a:solidFill>
              </a:defRPr>
            </a:lvl9pPr>
          </a:lstStyle>
          <a:p>
            <a:fld id="{00000000-1234-1234-1234-123412341234}" type="slidenum">
              <a:rPr lang="en">
                <a:solidFill>
                  <a:srgbClr val="595959"/>
                </a:solidFill>
              </a:rPr>
              <a:pPr/>
              <a:t>‹#›</a:t>
            </a:fld>
            <a:endParaRPr>
              <a:solidFill>
                <a:srgbClr val="59595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6857295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51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51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51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51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51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51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51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51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51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51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51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51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51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51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51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51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51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51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51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51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51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51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51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51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51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51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51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>
          <a:extLst>
            <a:ext uri="{FF2B5EF4-FFF2-40B4-BE49-F238E27FC236}">
              <a16:creationId xmlns:a16="http://schemas.microsoft.com/office/drawing/2014/main" id="{0CAC6705-BE82-3419-42BB-81A1136FB3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66;p14">
            <a:extLst>
              <a:ext uri="{FF2B5EF4-FFF2-40B4-BE49-F238E27FC236}">
                <a16:creationId xmlns:a16="http://schemas.microsoft.com/office/drawing/2014/main" id="{579A926B-BCAD-C599-4A5E-E70643D10F8A}"/>
              </a:ext>
            </a:extLst>
          </p:cNvPr>
          <p:cNvSpPr txBox="1"/>
          <p:nvPr/>
        </p:nvSpPr>
        <p:spPr>
          <a:xfrm>
            <a:off x="609599" y="1869610"/>
            <a:ext cx="3804558" cy="759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964" tIns="98964" rIns="98964" bIns="98964" anchor="b" anchorCtr="0">
            <a:noAutofit/>
          </a:bodyPr>
          <a:lstStyle/>
          <a:p>
            <a:pPr>
              <a:lnSpc>
                <a:spcPct val="115000"/>
              </a:lnSpc>
            </a:pPr>
            <a:r>
              <a:rPr lang="en" sz="2400" dirty="0">
                <a:solidFill>
                  <a:schemeClr val="tx1"/>
                </a:solidFill>
                <a:latin typeface="Space Grotesk" pitchFamily="2" charset="0"/>
                <a:ea typeface="Inter" panose="02000503000000020004" pitchFamily="2" charset="0"/>
                <a:cs typeface="Space Grotesk" pitchFamily="2" charset="0"/>
                <a:sym typeface="Archivo SemiBold"/>
              </a:rPr>
              <a:t>Sridhar</a:t>
            </a:r>
            <a:r>
              <a:rPr lang="en" sz="2400" b="1" dirty="0">
                <a:solidFill>
                  <a:schemeClr val="tx1"/>
                </a:solidFill>
                <a:latin typeface="Space Grotesk" pitchFamily="2" charset="0"/>
                <a:ea typeface="Inter" panose="02000503000000020004" pitchFamily="2" charset="0"/>
                <a:cs typeface="Space Grotesk" pitchFamily="2" charset="0"/>
                <a:sym typeface="Archivo"/>
              </a:rPr>
              <a:t> </a:t>
            </a:r>
            <a:r>
              <a:rPr lang="en" sz="2400" b="1" dirty="0">
                <a:solidFill>
                  <a:schemeClr val="tx1"/>
                </a:solidFill>
                <a:latin typeface="Space Grotesk" pitchFamily="2" charset="0"/>
                <a:ea typeface="Inter" panose="02000503000000020004" pitchFamily="2" charset="0"/>
                <a:cs typeface="Space Grotesk" pitchFamily="2" charset="0"/>
                <a:sym typeface="Archivo Light"/>
              </a:rPr>
              <a:t>Karra</a:t>
            </a:r>
            <a:endParaRPr sz="2400" dirty="0">
              <a:solidFill>
                <a:schemeClr val="tx1"/>
              </a:solidFill>
              <a:latin typeface="Space Grotesk" pitchFamily="2" charset="0"/>
              <a:ea typeface="Inter" panose="02000503000000020004" pitchFamily="2" charset="0"/>
              <a:cs typeface="Space Grotesk" pitchFamily="2" charset="0"/>
              <a:sym typeface="Archivo"/>
            </a:endParaRPr>
          </a:p>
          <a:p>
            <a:pPr>
              <a:lnSpc>
                <a:spcPct val="115000"/>
              </a:lnSpc>
            </a:pPr>
            <a:r>
              <a:rPr lang="en-US" sz="1600" dirty="0">
                <a:solidFill>
                  <a:schemeClr val="tx1"/>
                </a:solidFill>
                <a:latin typeface="Plus Jakarta Sans" pitchFamily="2" charset="0"/>
                <a:ea typeface="Inter" panose="02000503000000020004" pitchFamily="2" charset="0"/>
                <a:cs typeface="Plus Jakarta Sans" pitchFamily="2" charset="0"/>
                <a:sym typeface="Archivo"/>
              </a:rPr>
              <a:t>Sr. VP &amp; Chief Operating Officer</a:t>
            </a:r>
          </a:p>
        </p:txBody>
      </p:sp>
      <p:sp>
        <p:nvSpPr>
          <p:cNvPr id="8" name="Google Shape;66;p14">
            <a:extLst>
              <a:ext uri="{FF2B5EF4-FFF2-40B4-BE49-F238E27FC236}">
                <a16:creationId xmlns:a16="http://schemas.microsoft.com/office/drawing/2014/main" id="{0BDE6223-D6C9-FD0F-2B92-08928BE56480}"/>
              </a:ext>
            </a:extLst>
          </p:cNvPr>
          <p:cNvSpPr txBox="1"/>
          <p:nvPr/>
        </p:nvSpPr>
        <p:spPr>
          <a:xfrm>
            <a:off x="660399" y="2600369"/>
            <a:ext cx="3338240" cy="759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964" tIns="98964" rIns="98964" bIns="98964" anchor="t" anchorCtr="0">
            <a:noAutofit/>
          </a:bodyPr>
          <a:lstStyle/>
          <a:p>
            <a:pPr>
              <a:lnSpc>
                <a:spcPct val="115000"/>
              </a:lnSpc>
            </a:pPr>
            <a:r>
              <a:rPr lang="en-US" sz="1400" dirty="0">
                <a:solidFill>
                  <a:schemeClr val="tx1"/>
                </a:solidFill>
                <a:latin typeface="Space Grotesk" pitchFamily="2" charset="0"/>
                <a:ea typeface="Inter" panose="02000503000000020004" pitchFamily="2" charset="0"/>
                <a:cs typeface="Space Grotesk" pitchFamily="2" charset="0"/>
                <a:sym typeface="Roboto Medium"/>
              </a:rPr>
              <a:t>ksridhar@ariviti.com</a:t>
            </a:r>
            <a:endParaRPr sz="700" dirty="0">
              <a:solidFill>
                <a:schemeClr val="tx1"/>
              </a:solidFill>
              <a:latin typeface="Space Grotesk" pitchFamily="2" charset="0"/>
              <a:ea typeface="Inter" panose="02000503000000020004" pitchFamily="2" charset="0"/>
              <a:cs typeface="Space Grotesk" pitchFamily="2" charset="0"/>
              <a:sym typeface="Archivo"/>
            </a:endParaRPr>
          </a:p>
          <a:p>
            <a:pPr>
              <a:lnSpc>
                <a:spcPct val="115000"/>
              </a:lnSpc>
            </a:pPr>
            <a:r>
              <a:rPr lang="en" sz="1100" dirty="0">
                <a:solidFill>
                  <a:schemeClr val="tx1"/>
                </a:solidFill>
                <a:latin typeface="Space Grotesk" pitchFamily="2" charset="0"/>
                <a:ea typeface="Inter" panose="02000503000000020004" pitchFamily="2" charset="0"/>
                <a:cs typeface="Space Grotesk" pitchFamily="2" charset="0"/>
                <a:sym typeface="Archivo"/>
              </a:rPr>
              <a:t>(+91)  </a:t>
            </a:r>
            <a:r>
              <a:rPr lang="en" sz="1400" dirty="0">
                <a:solidFill>
                  <a:schemeClr val="tx1"/>
                </a:solidFill>
                <a:latin typeface="Space Grotesk" pitchFamily="2" charset="0"/>
                <a:ea typeface="Inter" panose="02000503000000020004" pitchFamily="2" charset="0"/>
                <a:cs typeface="Space Grotesk" pitchFamily="2" charset="0"/>
                <a:sym typeface="Archivo"/>
              </a:rPr>
              <a:t>98451 88698</a:t>
            </a:r>
          </a:p>
          <a:p>
            <a:pPr>
              <a:lnSpc>
                <a:spcPct val="115000"/>
              </a:lnSpc>
            </a:pPr>
            <a:r>
              <a:rPr lang="en" sz="1100" dirty="0">
                <a:latin typeface="Space Grotesk" pitchFamily="2" charset="0"/>
                <a:ea typeface="Inter" panose="02000503000000020004" pitchFamily="2" charset="0"/>
                <a:cs typeface="Space Grotesk" pitchFamily="2" charset="0"/>
                <a:sym typeface="Archivo"/>
              </a:rPr>
              <a:t>(+91)  </a:t>
            </a:r>
            <a:r>
              <a:rPr lang="en" sz="1400" dirty="0">
                <a:latin typeface="Space Grotesk" pitchFamily="2" charset="0"/>
                <a:ea typeface="Inter" panose="02000503000000020004" pitchFamily="2" charset="0"/>
                <a:cs typeface="Space Grotesk" pitchFamily="2" charset="0"/>
                <a:sym typeface="Archivo"/>
              </a:rPr>
              <a:t>80 4663 2433</a:t>
            </a:r>
            <a:endParaRPr lang="en" sz="1400" dirty="0">
              <a:solidFill>
                <a:schemeClr val="tx1"/>
              </a:solidFill>
              <a:latin typeface="Space Grotesk" pitchFamily="2" charset="0"/>
              <a:ea typeface="Inter" panose="02000503000000020004" pitchFamily="2" charset="0"/>
              <a:cs typeface="Space Grotesk" pitchFamily="2" charset="0"/>
              <a:sym typeface="Archivo"/>
            </a:endParaRPr>
          </a:p>
          <a:p>
            <a:pPr>
              <a:lnSpc>
                <a:spcPct val="115000"/>
              </a:lnSpc>
            </a:pPr>
            <a:endParaRPr lang="en" sz="1400" dirty="0">
              <a:solidFill>
                <a:schemeClr val="tx1"/>
              </a:solidFill>
              <a:latin typeface="Space Grotesk" pitchFamily="2" charset="0"/>
              <a:ea typeface="Inter" panose="02000503000000020004" pitchFamily="2" charset="0"/>
              <a:cs typeface="Space Grotesk" pitchFamily="2" charset="0"/>
              <a:sym typeface="Archivo"/>
            </a:endParaRPr>
          </a:p>
          <a:p>
            <a:pPr>
              <a:lnSpc>
                <a:spcPct val="115000"/>
              </a:lnSpc>
            </a:pPr>
            <a:endParaRPr lang="en" sz="1400" dirty="0">
              <a:solidFill>
                <a:schemeClr val="tx1"/>
              </a:solidFill>
              <a:latin typeface="Space Grotesk" pitchFamily="2" charset="0"/>
              <a:ea typeface="Inter" panose="02000503000000020004" pitchFamily="2" charset="0"/>
              <a:cs typeface="Space Grotesk" pitchFamily="2" charset="0"/>
              <a:sym typeface="Archivo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DE9EB5C-029F-697B-006C-DB302CD30D48}"/>
              </a:ext>
            </a:extLst>
          </p:cNvPr>
          <p:cNvCxnSpPr>
            <a:cxnSpLocks/>
          </p:cNvCxnSpPr>
          <p:nvPr/>
        </p:nvCxnSpPr>
        <p:spPr>
          <a:xfrm flipH="1">
            <a:off x="660400" y="2628630"/>
            <a:ext cx="5228075" cy="0"/>
          </a:xfrm>
          <a:prstGeom prst="line">
            <a:avLst/>
          </a:prstGeom>
          <a:ln w="4191"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Google Shape;66;p14">
            <a:extLst>
              <a:ext uri="{FF2B5EF4-FFF2-40B4-BE49-F238E27FC236}">
                <a16:creationId xmlns:a16="http://schemas.microsoft.com/office/drawing/2014/main" id="{EA73FEFD-BE5C-5A1C-909F-31BBC79092B0}"/>
              </a:ext>
            </a:extLst>
          </p:cNvPr>
          <p:cNvSpPr txBox="1"/>
          <p:nvPr/>
        </p:nvSpPr>
        <p:spPr>
          <a:xfrm>
            <a:off x="3998639" y="2598249"/>
            <a:ext cx="2042236" cy="759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964" tIns="98964" rIns="98964" bIns="98964" anchor="t" anchorCtr="0">
            <a:noAutofit/>
          </a:bodyPr>
          <a:lstStyle/>
          <a:p>
            <a:pPr>
              <a:lnSpc>
                <a:spcPct val="115000"/>
              </a:lnSpc>
            </a:pPr>
            <a:r>
              <a:rPr lang="en-US" sz="1400" dirty="0">
                <a:solidFill>
                  <a:schemeClr val="tx1"/>
                </a:solidFill>
                <a:latin typeface="Plus Jakarta Sans" pitchFamily="2" charset="0"/>
                <a:ea typeface="Inter" panose="02000503000000020004" pitchFamily="2" charset="0"/>
                <a:cs typeface="Plus Jakarta Sans" pitchFamily="2" charset="0"/>
                <a:sym typeface="Roboto Medium"/>
              </a:rPr>
              <a:t>4, Bellary Road, 12 KM, </a:t>
            </a:r>
            <a:r>
              <a:rPr lang="en-US" sz="1400" dirty="0" err="1">
                <a:solidFill>
                  <a:schemeClr val="tx1"/>
                </a:solidFill>
                <a:latin typeface="Plus Jakarta Sans" pitchFamily="2" charset="0"/>
                <a:ea typeface="Inter" panose="02000503000000020004" pitchFamily="2" charset="0"/>
                <a:cs typeface="Plus Jakarta Sans" pitchFamily="2" charset="0"/>
                <a:sym typeface="Roboto Medium"/>
              </a:rPr>
              <a:t>Jakkur</a:t>
            </a:r>
            <a:r>
              <a:rPr lang="en-US" sz="1400" dirty="0">
                <a:solidFill>
                  <a:schemeClr val="tx1"/>
                </a:solidFill>
                <a:latin typeface="Plus Jakarta Sans" pitchFamily="2" charset="0"/>
                <a:ea typeface="Inter" panose="02000503000000020004" pitchFamily="2" charset="0"/>
                <a:cs typeface="Plus Jakarta Sans" pitchFamily="2" charset="0"/>
                <a:sym typeface="Roboto Medium"/>
              </a:rPr>
              <a:t>, Bangalore</a:t>
            </a: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lus Jakarta Sans" pitchFamily="2" charset="0"/>
                <a:ea typeface="Inter" panose="02000503000000020004" pitchFamily="2" charset="0"/>
                <a:cs typeface="Plus Jakarta Sans" pitchFamily="2" charset="0"/>
                <a:sym typeface="Archivo"/>
              </a:rPr>
              <a:t>560064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B858500-A42E-9BB9-B501-B1C01022E42F}"/>
              </a:ext>
            </a:extLst>
          </p:cNvPr>
          <p:cNvCxnSpPr>
            <a:cxnSpLocks/>
          </p:cNvCxnSpPr>
          <p:nvPr/>
        </p:nvCxnSpPr>
        <p:spPr>
          <a:xfrm flipV="1">
            <a:off x="3773579" y="2628630"/>
            <a:ext cx="0" cy="861330"/>
          </a:xfrm>
          <a:prstGeom prst="line">
            <a:avLst/>
          </a:prstGeom>
          <a:ln w="4191"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F9486558-5F03-CD32-AF57-B28A860C0D09}"/>
              </a:ext>
            </a:extLst>
          </p:cNvPr>
          <p:cNvCxnSpPr>
            <a:cxnSpLocks/>
          </p:cNvCxnSpPr>
          <p:nvPr/>
        </p:nvCxnSpPr>
        <p:spPr>
          <a:xfrm flipV="1">
            <a:off x="5441089" y="560544"/>
            <a:ext cx="0" cy="1663700"/>
          </a:xfrm>
          <a:prstGeom prst="line">
            <a:avLst/>
          </a:prstGeom>
          <a:ln w="4191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6E51874-30AD-81CB-08ED-7598A29D7EC5}"/>
              </a:ext>
            </a:extLst>
          </p:cNvPr>
          <p:cNvCxnSpPr>
            <a:cxnSpLocks/>
          </p:cNvCxnSpPr>
          <p:nvPr/>
        </p:nvCxnSpPr>
        <p:spPr>
          <a:xfrm flipV="1">
            <a:off x="6027940" y="560544"/>
            <a:ext cx="0" cy="1663700"/>
          </a:xfrm>
          <a:prstGeom prst="line">
            <a:avLst/>
          </a:prstGeom>
          <a:ln w="4191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Google Shape;66;p14">
            <a:extLst>
              <a:ext uri="{FF2B5EF4-FFF2-40B4-BE49-F238E27FC236}">
                <a16:creationId xmlns:a16="http://schemas.microsoft.com/office/drawing/2014/main" id="{45692808-6CB9-EFDC-0BB1-4D57DD967CD9}"/>
              </a:ext>
            </a:extLst>
          </p:cNvPr>
          <p:cNvSpPr txBox="1"/>
          <p:nvPr/>
        </p:nvSpPr>
        <p:spPr>
          <a:xfrm rot="16200000">
            <a:off x="4553111" y="736480"/>
            <a:ext cx="2224244" cy="751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964" tIns="98964" rIns="98964" bIns="98964" anchor="b" anchorCtr="0">
            <a:noAutofit/>
          </a:bodyPr>
          <a:lstStyle/>
          <a:p>
            <a:pPr>
              <a:lnSpc>
                <a:spcPct val="115000"/>
              </a:lnSpc>
            </a:pPr>
            <a:r>
              <a:rPr lang="en-US" sz="2400" dirty="0">
                <a:solidFill>
                  <a:schemeClr val="tx1"/>
                </a:solidFill>
                <a:latin typeface="Space Grotesk" pitchFamily="2" charset="0"/>
                <a:ea typeface="Roboto Medium" panose="02000000000000000000" pitchFamily="2" charset="0"/>
                <a:cs typeface="Space Grotesk" pitchFamily="2" charset="0"/>
                <a:sym typeface="Roboto Medium"/>
              </a:rPr>
              <a:t>ariviti.com 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7654DDC3-190A-2E28-8926-BA0E6416051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1833" y="660226"/>
            <a:ext cx="2257310" cy="848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0153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B3EA9"/>
        </a:solidFill>
        <a:effectLst/>
      </p:bgPr>
    </p:bg>
    <p:spTree>
      <p:nvGrpSpPr>
        <p:cNvPr id="1" name="Shape 73">
          <a:extLst>
            <a:ext uri="{FF2B5EF4-FFF2-40B4-BE49-F238E27FC236}">
              <a16:creationId xmlns:a16="http://schemas.microsoft.com/office/drawing/2014/main" id="{31C10482-1AEC-43E6-C5EB-3C77451D92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63BF3B8-DA11-F9DD-A38C-47169A8586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4923" y="400050"/>
            <a:ext cx="2630329" cy="2630329"/>
          </a:xfrm>
          <a:prstGeom prst="rect">
            <a:avLst/>
          </a:prstGeom>
        </p:spPr>
      </p:pic>
      <p:sp>
        <p:nvSpPr>
          <p:cNvPr id="6" name="Google Shape;66;p14">
            <a:extLst>
              <a:ext uri="{FF2B5EF4-FFF2-40B4-BE49-F238E27FC236}">
                <a16:creationId xmlns:a16="http://schemas.microsoft.com/office/drawing/2014/main" id="{FD5462C0-6203-0346-8543-1831F1CCA713}"/>
              </a:ext>
            </a:extLst>
          </p:cNvPr>
          <p:cNvSpPr txBox="1"/>
          <p:nvPr/>
        </p:nvSpPr>
        <p:spPr>
          <a:xfrm rot="16200000">
            <a:off x="3547694" y="1809666"/>
            <a:ext cx="1619794" cy="3953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964" tIns="98964" rIns="98964" bIns="98964" anchor="t" anchorCtr="0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pace Grotesk" pitchFamily="2" charset="0"/>
                <a:ea typeface="Inter" panose="02000503000000020004" pitchFamily="2" charset="0"/>
                <a:cs typeface="Space Grotesk" pitchFamily="2" charset="0"/>
                <a:sym typeface="Roboto Medium"/>
              </a:rPr>
              <a:t>Ariviti Technologies</a:t>
            </a:r>
          </a:p>
        </p:txBody>
      </p:sp>
    </p:spTree>
    <p:extLst>
      <p:ext uri="{BB962C8B-B14F-4D97-AF65-F5344CB8AC3E}">
        <p14:creationId xmlns:p14="http://schemas.microsoft.com/office/powerpoint/2010/main" val="18375507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>
          <a:extLst>
            <a:ext uri="{FF2B5EF4-FFF2-40B4-BE49-F238E27FC236}">
              <a16:creationId xmlns:a16="http://schemas.microsoft.com/office/drawing/2014/main" id="{176C768E-D1B0-3BA0-7C2E-ACE6036E8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66;p14">
            <a:extLst>
              <a:ext uri="{FF2B5EF4-FFF2-40B4-BE49-F238E27FC236}">
                <a16:creationId xmlns:a16="http://schemas.microsoft.com/office/drawing/2014/main" id="{6750E684-F8CB-1E64-3F19-2A504F401AF3}"/>
              </a:ext>
            </a:extLst>
          </p:cNvPr>
          <p:cNvSpPr txBox="1"/>
          <p:nvPr/>
        </p:nvSpPr>
        <p:spPr>
          <a:xfrm>
            <a:off x="609599" y="1869610"/>
            <a:ext cx="3804558" cy="759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964" tIns="98964" rIns="98964" bIns="98964" anchor="b" anchorCtr="0">
            <a:noAutofit/>
          </a:bodyPr>
          <a:lstStyle/>
          <a:p>
            <a:pPr>
              <a:lnSpc>
                <a:spcPct val="115000"/>
              </a:lnSpc>
            </a:pPr>
            <a:r>
              <a:rPr lang="en" sz="2400" dirty="0">
                <a:solidFill>
                  <a:schemeClr val="tx1"/>
                </a:solidFill>
                <a:latin typeface="Space Grotesk" pitchFamily="2" charset="0"/>
                <a:ea typeface="Inter" panose="02000503000000020004" pitchFamily="2" charset="0"/>
                <a:cs typeface="Space Grotesk" pitchFamily="2" charset="0"/>
                <a:sym typeface="Archivo SemiBold"/>
              </a:rPr>
              <a:t>Sridhar</a:t>
            </a:r>
            <a:r>
              <a:rPr lang="en" sz="2400" b="1" dirty="0">
                <a:solidFill>
                  <a:schemeClr val="tx1"/>
                </a:solidFill>
                <a:latin typeface="Space Grotesk" pitchFamily="2" charset="0"/>
                <a:ea typeface="Inter" panose="02000503000000020004" pitchFamily="2" charset="0"/>
                <a:cs typeface="Space Grotesk" pitchFamily="2" charset="0"/>
                <a:sym typeface="Archivo"/>
              </a:rPr>
              <a:t> </a:t>
            </a:r>
            <a:r>
              <a:rPr lang="en" sz="2400" b="1" dirty="0">
                <a:solidFill>
                  <a:schemeClr val="tx1"/>
                </a:solidFill>
                <a:latin typeface="Space Grotesk" pitchFamily="2" charset="0"/>
                <a:ea typeface="Inter" panose="02000503000000020004" pitchFamily="2" charset="0"/>
                <a:cs typeface="Space Grotesk" pitchFamily="2" charset="0"/>
                <a:sym typeface="Archivo Light"/>
              </a:rPr>
              <a:t>Karra</a:t>
            </a:r>
            <a:endParaRPr sz="2400" dirty="0">
              <a:solidFill>
                <a:schemeClr val="tx1"/>
              </a:solidFill>
              <a:latin typeface="Space Grotesk" pitchFamily="2" charset="0"/>
              <a:ea typeface="Inter" panose="02000503000000020004" pitchFamily="2" charset="0"/>
              <a:cs typeface="Space Grotesk" pitchFamily="2" charset="0"/>
              <a:sym typeface="Archivo"/>
            </a:endParaRPr>
          </a:p>
          <a:p>
            <a:pPr>
              <a:lnSpc>
                <a:spcPct val="115000"/>
              </a:lnSpc>
            </a:pPr>
            <a:r>
              <a:rPr lang="en-US" sz="1600" dirty="0">
                <a:solidFill>
                  <a:schemeClr val="tx1"/>
                </a:solidFill>
                <a:latin typeface="Plus Jakarta Sans" pitchFamily="2" charset="0"/>
                <a:ea typeface="Inter" panose="02000503000000020004" pitchFamily="2" charset="0"/>
                <a:cs typeface="Plus Jakarta Sans" pitchFamily="2" charset="0"/>
                <a:sym typeface="Archivo"/>
              </a:rPr>
              <a:t>Sr. VP &amp; Chief Operating Officer</a:t>
            </a:r>
          </a:p>
        </p:txBody>
      </p:sp>
      <p:sp>
        <p:nvSpPr>
          <p:cNvPr id="8" name="Google Shape;66;p14">
            <a:extLst>
              <a:ext uri="{FF2B5EF4-FFF2-40B4-BE49-F238E27FC236}">
                <a16:creationId xmlns:a16="http://schemas.microsoft.com/office/drawing/2014/main" id="{9DE7F235-1C57-FE8D-9F23-ABF697DFD5EA}"/>
              </a:ext>
            </a:extLst>
          </p:cNvPr>
          <p:cNvSpPr txBox="1"/>
          <p:nvPr/>
        </p:nvSpPr>
        <p:spPr>
          <a:xfrm>
            <a:off x="660399" y="2600369"/>
            <a:ext cx="3338240" cy="759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964" tIns="98964" rIns="98964" bIns="98964" anchor="t" anchorCtr="0">
            <a:noAutofit/>
          </a:bodyPr>
          <a:lstStyle/>
          <a:p>
            <a:pPr>
              <a:lnSpc>
                <a:spcPct val="115000"/>
              </a:lnSpc>
            </a:pPr>
            <a:r>
              <a:rPr lang="en-US" sz="1400" dirty="0">
                <a:solidFill>
                  <a:schemeClr val="tx1"/>
                </a:solidFill>
                <a:latin typeface="Space Grotesk" pitchFamily="2" charset="0"/>
                <a:ea typeface="Inter" panose="02000503000000020004" pitchFamily="2" charset="0"/>
                <a:cs typeface="Space Grotesk" pitchFamily="2" charset="0"/>
                <a:sym typeface="Roboto Medium"/>
              </a:rPr>
              <a:t>ksridhar@ariviti.com</a:t>
            </a:r>
            <a:endParaRPr sz="700" dirty="0">
              <a:solidFill>
                <a:schemeClr val="tx1"/>
              </a:solidFill>
              <a:latin typeface="Space Grotesk" pitchFamily="2" charset="0"/>
              <a:ea typeface="Inter" panose="02000503000000020004" pitchFamily="2" charset="0"/>
              <a:cs typeface="Space Grotesk" pitchFamily="2" charset="0"/>
              <a:sym typeface="Archivo"/>
            </a:endParaRPr>
          </a:p>
          <a:p>
            <a:pPr>
              <a:lnSpc>
                <a:spcPct val="115000"/>
              </a:lnSpc>
            </a:pPr>
            <a:r>
              <a:rPr lang="en" sz="1100" dirty="0">
                <a:solidFill>
                  <a:schemeClr val="tx1"/>
                </a:solidFill>
                <a:latin typeface="Space Grotesk" pitchFamily="2" charset="0"/>
                <a:ea typeface="Inter" panose="02000503000000020004" pitchFamily="2" charset="0"/>
                <a:cs typeface="Space Grotesk" pitchFamily="2" charset="0"/>
                <a:sym typeface="Archivo"/>
              </a:rPr>
              <a:t>(+91)  </a:t>
            </a:r>
            <a:r>
              <a:rPr lang="en" sz="1400" dirty="0">
                <a:solidFill>
                  <a:schemeClr val="tx1"/>
                </a:solidFill>
                <a:latin typeface="Space Grotesk" pitchFamily="2" charset="0"/>
                <a:ea typeface="Inter" panose="02000503000000020004" pitchFamily="2" charset="0"/>
                <a:cs typeface="Space Grotesk" pitchFamily="2" charset="0"/>
                <a:sym typeface="Archivo"/>
              </a:rPr>
              <a:t>98451 88698</a:t>
            </a:r>
          </a:p>
          <a:p>
            <a:pPr>
              <a:lnSpc>
                <a:spcPct val="115000"/>
              </a:lnSpc>
            </a:pPr>
            <a:r>
              <a:rPr lang="en" sz="1100" dirty="0">
                <a:latin typeface="Space Grotesk" pitchFamily="2" charset="0"/>
                <a:ea typeface="Inter" panose="02000503000000020004" pitchFamily="2" charset="0"/>
                <a:cs typeface="Space Grotesk" pitchFamily="2" charset="0"/>
                <a:sym typeface="Archivo"/>
              </a:rPr>
              <a:t>(+91)  </a:t>
            </a:r>
            <a:r>
              <a:rPr lang="en" sz="1400" dirty="0">
                <a:latin typeface="Space Grotesk" pitchFamily="2" charset="0"/>
                <a:ea typeface="Inter" panose="02000503000000020004" pitchFamily="2" charset="0"/>
                <a:cs typeface="Space Grotesk" pitchFamily="2" charset="0"/>
                <a:sym typeface="Archivo"/>
              </a:rPr>
              <a:t>80 4663 2433</a:t>
            </a:r>
            <a:endParaRPr lang="en" sz="1400" dirty="0">
              <a:solidFill>
                <a:schemeClr val="tx1"/>
              </a:solidFill>
              <a:latin typeface="Space Grotesk" pitchFamily="2" charset="0"/>
              <a:ea typeface="Inter" panose="02000503000000020004" pitchFamily="2" charset="0"/>
              <a:cs typeface="Space Grotesk" pitchFamily="2" charset="0"/>
              <a:sym typeface="Archivo"/>
            </a:endParaRPr>
          </a:p>
          <a:p>
            <a:pPr>
              <a:lnSpc>
                <a:spcPct val="115000"/>
              </a:lnSpc>
            </a:pPr>
            <a:endParaRPr lang="en" sz="1400" dirty="0">
              <a:solidFill>
                <a:schemeClr val="tx1"/>
              </a:solidFill>
              <a:latin typeface="Space Grotesk" pitchFamily="2" charset="0"/>
              <a:ea typeface="Inter" panose="02000503000000020004" pitchFamily="2" charset="0"/>
              <a:cs typeface="Space Grotesk" pitchFamily="2" charset="0"/>
              <a:sym typeface="Archivo"/>
            </a:endParaRPr>
          </a:p>
          <a:p>
            <a:pPr>
              <a:lnSpc>
                <a:spcPct val="115000"/>
              </a:lnSpc>
            </a:pPr>
            <a:endParaRPr lang="en" sz="1400" dirty="0">
              <a:solidFill>
                <a:schemeClr val="tx1"/>
              </a:solidFill>
              <a:latin typeface="Space Grotesk" pitchFamily="2" charset="0"/>
              <a:ea typeface="Inter" panose="02000503000000020004" pitchFamily="2" charset="0"/>
              <a:cs typeface="Space Grotesk" pitchFamily="2" charset="0"/>
              <a:sym typeface="Archivo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39C0E83-ED30-3E88-DC52-80E30B4AC55B}"/>
              </a:ext>
            </a:extLst>
          </p:cNvPr>
          <p:cNvCxnSpPr>
            <a:cxnSpLocks/>
          </p:cNvCxnSpPr>
          <p:nvPr/>
        </p:nvCxnSpPr>
        <p:spPr>
          <a:xfrm flipH="1">
            <a:off x="660400" y="2628630"/>
            <a:ext cx="3416300" cy="0"/>
          </a:xfrm>
          <a:prstGeom prst="line">
            <a:avLst/>
          </a:prstGeom>
          <a:ln w="4191"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82CC13E-B511-9CD8-199C-4565701C1E8D}"/>
              </a:ext>
            </a:extLst>
          </p:cNvPr>
          <p:cNvCxnSpPr>
            <a:cxnSpLocks/>
          </p:cNvCxnSpPr>
          <p:nvPr/>
        </p:nvCxnSpPr>
        <p:spPr>
          <a:xfrm flipV="1">
            <a:off x="5288689" y="560544"/>
            <a:ext cx="0" cy="1663700"/>
          </a:xfrm>
          <a:prstGeom prst="line">
            <a:avLst/>
          </a:prstGeom>
          <a:ln w="4191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C0E50CD-7171-A08D-5B5C-03ADEE996D52}"/>
              </a:ext>
            </a:extLst>
          </p:cNvPr>
          <p:cNvCxnSpPr>
            <a:cxnSpLocks/>
          </p:cNvCxnSpPr>
          <p:nvPr/>
        </p:nvCxnSpPr>
        <p:spPr>
          <a:xfrm flipV="1">
            <a:off x="5875540" y="560544"/>
            <a:ext cx="0" cy="1663700"/>
          </a:xfrm>
          <a:prstGeom prst="line">
            <a:avLst/>
          </a:prstGeom>
          <a:ln w="4191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Google Shape;66;p14">
            <a:extLst>
              <a:ext uri="{FF2B5EF4-FFF2-40B4-BE49-F238E27FC236}">
                <a16:creationId xmlns:a16="http://schemas.microsoft.com/office/drawing/2014/main" id="{0DB3A586-77B6-6B2D-1FFC-CCC84EBF482C}"/>
              </a:ext>
            </a:extLst>
          </p:cNvPr>
          <p:cNvSpPr txBox="1"/>
          <p:nvPr/>
        </p:nvSpPr>
        <p:spPr>
          <a:xfrm rot="16200000">
            <a:off x="4400711" y="736480"/>
            <a:ext cx="2224244" cy="751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964" tIns="98964" rIns="98964" bIns="98964" anchor="b" anchorCtr="0">
            <a:noAutofit/>
          </a:bodyPr>
          <a:lstStyle/>
          <a:p>
            <a:pPr>
              <a:lnSpc>
                <a:spcPct val="115000"/>
              </a:lnSpc>
            </a:pPr>
            <a:r>
              <a:rPr lang="en-US" sz="2400" dirty="0">
                <a:solidFill>
                  <a:schemeClr val="tx1"/>
                </a:solidFill>
                <a:latin typeface="Space Grotesk" pitchFamily="2" charset="0"/>
                <a:ea typeface="Roboto Medium" panose="02000000000000000000" pitchFamily="2" charset="0"/>
                <a:cs typeface="Space Grotesk" pitchFamily="2" charset="0"/>
                <a:sym typeface="Roboto Medium"/>
              </a:rPr>
              <a:t>ariviti.com 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131D3B47-0712-9583-CD1B-0DACAFB6E1C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1833" y="660226"/>
            <a:ext cx="2257310" cy="848589"/>
          </a:xfrm>
          <a:prstGeom prst="rect">
            <a:avLst/>
          </a:prstGeom>
        </p:spPr>
      </p:pic>
      <p:pic>
        <p:nvPicPr>
          <p:cNvPr id="5" name="Graphic 12">
            <a:extLst>
              <a:ext uri="{FF2B5EF4-FFF2-40B4-BE49-F238E27FC236}">
                <a16:creationId xmlns:a16="http://schemas.microsoft.com/office/drawing/2014/main" id="{9313AD6F-568C-EDBB-E9F3-3684696DD76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33610" r="86544" b="26484"/>
          <a:stretch>
            <a:fillRect/>
          </a:stretch>
        </p:blipFill>
        <p:spPr>
          <a:xfrm flipV="1">
            <a:off x="3998639" y="1463100"/>
            <a:ext cx="2561179" cy="2855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5338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B3EA9"/>
        </a:solidFill>
        <a:effectLst/>
      </p:bgPr>
    </p:bg>
    <p:spTree>
      <p:nvGrpSpPr>
        <p:cNvPr id="1" name="Shape 73">
          <a:extLst>
            <a:ext uri="{FF2B5EF4-FFF2-40B4-BE49-F238E27FC236}">
              <a16:creationId xmlns:a16="http://schemas.microsoft.com/office/drawing/2014/main" id="{F139660C-F458-75E6-B9E8-9AF803A518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365A9EA8-D699-D722-58DC-8B648F4A37E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82391" y="1507601"/>
            <a:ext cx="2515392" cy="945610"/>
          </a:xfrm>
          <a:prstGeom prst="rect">
            <a:avLst/>
          </a:prstGeom>
        </p:spPr>
      </p:pic>
      <p:sp>
        <p:nvSpPr>
          <p:cNvPr id="3" name="Google Shape;66;p14">
            <a:extLst>
              <a:ext uri="{FF2B5EF4-FFF2-40B4-BE49-F238E27FC236}">
                <a16:creationId xmlns:a16="http://schemas.microsoft.com/office/drawing/2014/main" id="{DEA68B27-66D7-A915-0266-FD513F6C1598}"/>
              </a:ext>
            </a:extLst>
          </p:cNvPr>
          <p:cNvSpPr txBox="1"/>
          <p:nvPr/>
        </p:nvSpPr>
        <p:spPr>
          <a:xfrm>
            <a:off x="1120442" y="3082664"/>
            <a:ext cx="4239289" cy="3953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964" tIns="98964" rIns="98964" bIns="98964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pace Grotesk" pitchFamily="2" charset="0"/>
                <a:ea typeface="Inter" panose="02000503000000020004" pitchFamily="2" charset="0"/>
                <a:cs typeface="Space Grotesk" pitchFamily="2" charset="0"/>
                <a:sym typeface="Roboto Medium"/>
              </a:rPr>
              <a:t>Ariviti Technologies</a:t>
            </a:r>
          </a:p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lus Jakarta Sans" pitchFamily="2" charset="0"/>
                <a:ea typeface="Inter" panose="02000503000000020004" pitchFamily="2" charset="0"/>
                <a:cs typeface="Plus Jakarta Sans" pitchFamily="2" charset="0"/>
                <a:sym typeface="Roboto Medium"/>
              </a:rPr>
              <a:t>4, Bellary Road, 12 KM, </a:t>
            </a:r>
            <a:r>
              <a:rPr kumimoji="0" lang="en-US" sz="10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lus Jakarta Sans" pitchFamily="2" charset="0"/>
                <a:ea typeface="Inter" panose="02000503000000020004" pitchFamily="2" charset="0"/>
                <a:cs typeface="Plus Jakarta Sans" pitchFamily="2" charset="0"/>
                <a:sym typeface="Roboto Medium"/>
              </a:rPr>
              <a:t>Jakkur</a:t>
            </a: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lus Jakarta Sans" pitchFamily="2" charset="0"/>
                <a:ea typeface="Inter" panose="02000503000000020004" pitchFamily="2" charset="0"/>
                <a:cs typeface="Plus Jakarta Sans" pitchFamily="2" charset="0"/>
                <a:sym typeface="Roboto Medium"/>
              </a:rPr>
              <a:t>, Bangalore </a:t>
            </a:r>
            <a:r>
              <a:rPr kumimoji="0" lang="en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lus Jakarta Sans" pitchFamily="2" charset="0"/>
                <a:ea typeface="Inter" panose="02000503000000020004" pitchFamily="2" charset="0"/>
                <a:cs typeface="Plus Jakarta Sans" pitchFamily="2" charset="0"/>
                <a:sym typeface="Archivo"/>
              </a:rPr>
              <a:t>560064</a:t>
            </a:r>
          </a:p>
        </p:txBody>
      </p:sp>
    </p:spTree>
    <p:extLst>
      <p:ext uri="{BB962C8B-B14F-4D97-AF65-F5344CB8AC3E}">
        <p14:creationId xmlns:p14="http://schemas.microsoft.com/office/powerpoint/2010/main" val="39192342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>
          <a:extLst>
            <a:ext uri="{FF2B5EF4-FFF2-40B4-BE49-F238E27FC236}">
              <a16:creationId xmlns:a16="http://schemas.microsoft.com/office/drawing/2014/main" id="{087F58DD-9307-3CED-C9A2-4768930FB5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66;p14">
            <a:extLst>
              <a:ext uri="{FF2B5EF4-FFF2-40B4-BE49-F238E27FC236}">
                <a16:creationId xmlns:a16="http://schemas.microsoft.com/office/drawing/2014/main" id="{C5224C4A-9684-8BBA-EF0C-55A4B93996DD}"/>
              </a:ext>
            </a:extLst>
          </p:cNvPr>
          <p:cNvSpPr txBox="1"/>
          <p:nvPr/>
        </p:nvSpPr>
        <p:spPr>
          <a:xfrm>
            <a:off x="609599" y="1869610"/>
            <a:ext cx="3804558" cy="759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964" tIns="98964" rIns="98964" bIns="98964" anchor="b" anchorCtr="0">
            <a:noAutofit/>
          </a:bodyPr>
          <a:lstStyle/>
          <a:p>
            <a:pPr>
              <a:lnSpc>
                <a:spcPct val="115000"/>
              </a:lnSpc>
            </a:pPr>
            <a:r>
              <a:rPr lang="en" sz="2400" dirty="0">
                <a:solidFill>
                  <a:schemeClr val="tx1"/>
                </a:solidFill>
                <a:latin typeface="Space Grotesk" pitchFamily="2" charset="0"/>
                <a:ea typeface="Inter" panose="02000503000000020004" pitchFamily="2" charset="0"/>
                <a:cs typeface="Space Grotesk" pitchFamily="2" charset="0"/>
                <a:sym typeface="Archivo SemiBold"/>
              </a:rPr>
              <a:t>Sridhar</a:t>
            </a:r>
            <a:r>
              <a:rPr lang="en" sz="2400" b="1" dirty="0">
                <a:solidFill>
                  <a:schemeClr val="tx1"/>
                </a:solidFill>
                <a:latin typeface="Space Grotesk" pitchFamily="2" charset="0"/>
                <a:ea typeface="Inter" panose="02000503000000020004" pitchFamily="2" charset="0"/>
                <a:cs typeface="Space Grotesk" pitchFamily="2" charset="0"/>
                <a:sym typeface="Archivo"/>
              </a:rPr>
              <a:t> </a:t>
            </a:r>
            <a:r>
              <a:rPr lang="en" sz="2400" b="1" dirty="0">
                <a:solidFill>
                  <a:schemeClr val="tx1"/>
                </a:solidFill>
                <a:latin typeface="Space Grotesk" pitchFamily="2" charset="0"/>
                <a:ea typeface="Inter" panose="02000503000000020004" pitchFamily="2" charset="0"/>
                <a:cs typeface="Space Grotesk" pitchFamily="2" charset="0"/>
                <a:sym typeface="Archivo Light"/>
              </a:rPr>
              <a:t>Karra</a:t>
            </a:r>
            <a:endParaRPr sz="2400" dirty="0">
              <a:solidFill>
                <a:schemeClr val="tx1"/>
              </a:solidFill>
              <a:latin typeface="Space Grotesk" pitchFamily="2" charset="0"/>
              <a:ea typeface="Inter" panose="02000503000000020004" pitchFamily="2" charset="0"/>
              <a:cs typeface="Space Grotesk" pitchFamily="2" charset="0"/>
              <a:sym typeface="Archivo"/>
            </a:endParaRPr>
          </a:p>
          <a:p>
            <a:pPr>
              <a:lnSpc>
                <a:spcPct val="115000"/>
              </a:lnSpc>
            </a:pPr>
            <a:r>
              <a:rPr lang="en-US" sz="1600" dirty="0">
                <a:solidFill>
                  <a:schemeClr val="tx1"/>
                </a:solidFill>
                <a:latin typeface="Plus Jakarta Sans" pitchFamily="2" charset="0"/>
                <a:ea typeface="Inter" panose="02000503000000020004" pitchFamily="2" charset="0"/>
                <a:cs typeface="Plus Jakarta Sans" pitchFamily="2" charset="0"/>
                <a:sym typeface="Archivo"/>
              </a:rPr>
              <a:t>Sr. VP &amp; Chief Operating Officer</a:t>
            </a:r>
          </a:p>
        </p:txBody>
      </p:sp>
      <p:sp>
        <p:nvSpPr>
          <p:cNvPr id="8" name="Google Shape;66;p14">
            <a:extLst>
              <a:ext uri="{FF2B5EF4-FFF2-40B4-BE49-F238E27FC236}">
                <a16:creationId xmlns:a16="http://schemas.microsoft.com/office/drawing/2014/main" id="{D74059A5-1D55-2241-4700-6553547942CE}"/>
              </a:ext>
            </a:extLst>
          </p:cNvPr>
          <p:cNvSpPr txBox="1"/>
          <p:nvPr/>
        </p:nvSpPr>
        <p:spPr>
          <a:xfrm>
            <a:off x="660399" y="2600369"/>
            <a:ext cx="3338240" cy="759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964" tIns="98964" rIns="98964" bIns="98964" anchor="t" anchorCtr="0">
            <a:noAutofit/>
          </a:bodyPr>
          <a:lstStyle/>
          <a:p>
            <a:pPr>
              <a:lnSpc>
                <a:spcPct val="115000"/>
              </a:lnSpc>
            </a:pPr>
            <a:r>
              <a:rPr lang="en-US" sz="1400" dirty="0">
                <a:solidFill>
                  <a:schemeClr val="tx1"/>
                </a:solidFill>
                <a:latin typeface="Space Grotesk" pitchFamily="2" charset="0"/>
                <a:ea typeface="Inter" panose="02000503000000020004" pitchFamily="2" charset="0"/>
                <a:cs typeface="Space Grotesk" pitchFamily="2" charset="0"/>
                <a:sym typeface="Roboto Medium"/>
              </a:rPr>
              <a:t>ksridhar@ariviti.com</a:t>
            </a:r>
            <a:endParaRPr sz="700" dirty="0">
              <a:solidFill>
                <a:schemeClr val="tx1"/>
              </a:solidFill>
              <a:latin typeface="Space Grotesk" pitchFamily="2" charset="0"/>
              <a:ea typeface="Inter" panose="02000503000000020004" pitchFamily="2" charset="0"/>
              <a:cs typeface="Space Grotesk" pitchFamily="2" charset="0"/>
              <a:sym typeface="Archivo"/>
            </a:endParaRPr>
          </a:p>
          <a:p>
            <a:pPr>
              <a:lnSpc>
                <a:spcPct val="115000"/>
              </a:lnSpc>
            </a:pPr>
            <a:r>
              <a:rPr lang="en" sz="1100" dirty="0">
                <a:solidFill>
                  <a:schemeClr val="tx1"/>
                </a:solidFill>
                <a:latin typeface="Space Grotesk" pitchFamily="2" charset="0"/>
                <a:ea typeface="Inter" panose="02000503000000020004" pitchFamily="2" charset="0"/>
                <a:cs typeface="Space Grotesk" pitchFamily="2" charset="0"/>
                <a:sym typeface="Archivo"/>
              </a:rPr>
              <a:t>(+91)  </a:t>
            </a:r>
            <a:r>
              <a:rPr lang="en" sz="1400" dirty="0">
                <a:solidFill>
                  <a:schemeClr val="tx1"/>
                </a:solidFill>
                <a:latin typeface="Space Grotesk" pitchFamily="2" charset="0"/>
                <a:ea typeface="Inter" panose="02000503000000020004" pitchFamily="2" charset="0"/>
                <a:cs typeface="Space Grotesk" pitchFamily="2" charset="0"/>
                <a:sym typeface="Archivo"/>
              </a:rPr>
              <a:t>98451 88698</a:t>
            </a:r>
          </a:p>
          <a:p>
            <a:pPr>
              <a:lnSpc>
                <a:spcPct val="115000"/>
              </a:lnSpc>
            </a:pPr>
            <a:r>
              <a:rPr lang="en" sz="1100" dirty="0">
                <a:latin typeface="Space Grotesk" pitchFamily="2" charset="0"/>
                <a:ea typeface="Inter" panose="02000503000000020004" pitchFamily="2" charset="0"/>
                <a:cs typeface="Space Grotesk" pitchFamily="2" charset="0"/>
                <a:sym typeface="Archivo"/>
              </a:rPr>
              <a:t>(+91)  </a:t>
            </a:r>
            <a:r>
              <a:rPr lang="en" sz="1400" dirty="0">
                <a:latin typeface="Space Grotesk" pitchFamily="2" charset="0"/>
                <a:ea typeface="Inter" panose="02000503000000020004" pitchFamily="2" charset="0"/>
                <a:cs typeface="Space Grotesk" pitchFamily="2" charset="0"/>
                <a:sym typeface="Archivo"/>
              </a:rPr>
              <a:t>80 4663 2433</a:t>
            </a:r>
            <a:endParaRPr lang="en" sz="1400" dirty="0">
              <a:solidFill>
                <a:schemeClr val="tx1"/>
              </a:solidFill>
              <a:latin typeface="Space Grotesk" pitchFamily="2" charset="0"/>
              <a:ea typeface="Inter" panose="02000503000000020004" pitchFamily="2" charset="0"/>
              <a:cs typeface="Space Grotesk" pitchFamily="2" charset="0"/>
              <a:sym typeface="Archivo"/>
            </a:endParaRPr>
          </a:p>
          <a:p>
            <a:pPr>
              <a:lnSpc>
                <a:spcPct val="115000"/>
              </a:lnSpc>
            </a:pPr>
            <a:endParaRPr lang="en" sz="1400" dirty="0">
              <a:solidFill>
                <a:schemeClr val="tx1"/>
              </a:solidFill>
              <a:latin typeface="Space Grotesk" pitchFamily="2" charset="0"/>
              <a:ea typeface="Inter" panose="02000503000000020004" pitchFamily="2" charset="0"/>
              <a:cs typeface="Space Grotesk" pitchFamily="2" charset="0"/>
              <a:sym typeface="Archivo"/>
            </a:endParaRPr>
          </a:p>
          <a:p>
            <a:pPr>
              <a:lnSpc>
                <a:spcPct val="115000"/>
              </a:lnSpc>
            </a:pPr>
            <a:endParaRPr lang="en" sz="1400" dirty="0">
              <a:solidFill>
                <a:schemeClr val="tx1"/>
              </a:solidFill>
              <a:latin typeface="Space Grotesk" pitchFamily="2" charset="0"/>
              <a:ea typeface="Inter" panose="02000503000000020004" pitchFamily="2" charset="0"/>
              <a:cs typeface="Space Grotesk" pitchFamily="2" charset="0"/>
              <a:sym typeface="Archivo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105010E-040D-2DA5-2BFC-518E7B55D4CF}"/>
              </a:ext>
            </a:extLst>
          </p:cNvPr>
          <p:cNvCxnSpPr>
            <a:cxnSpLocks/>
          </p:cNvCxnSpPr>
          <p:nvPr/>
        </p:nvCxnSpPr>
        <p:spPr>
          <a:xfrm flipH="1">
            <a:off x="660400" y="2628630"/>
            <a:ext cx="5228075" cy="0"/>
          </a:xfrm>
          <a:prstGeom prst="line">
            <a:avLst/>
          </a:prstGeom>
          <a:ln w="4191"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Google Shape;66;p14">
            <a:extLst>
              <a:ext uri="{FF2B5EF4-FFF2-40B4-BE49-F238E27FC236}">
                <a16:creationId xmlns:a16="http://schemas.microsoft.com/office/drawing/2014/main" id="{7BD46267-65C3-D7D1-2824-636A3A81A312}"/>
              </a:ext>
            </a:extLst>
          </p:cNvPr>
          <p:cNvSpPr txBox="1"/>
          <p:nvPr/>
        </p:nvSpPr>
        <p:spPr>
          <a:xfrm>
            <a:off x="3648082" y="2598249"/>
            <a:ext cx="2573768" cy="759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964" tIns="98964" rIns="98964" bIns="98964" anchor="t" anchorCtr="0">
            <a:noAutofit/>
          </a:bodyPr>
          <a:lstStyle/>
          <a:p>
            <a:pPr>
              <a:lnSpc>
                <a:spcPct val="115000"/>
              </a:lnSpc>
            </a:pPr>
            <a:r>
              <a:rPr lang="en-US" sz="1400" dirty="0">
                <a:solidFill>
                  <a:schemeClr val="tx1"/>
                </a:solidFill>
                <a:latin typeface="Plus Jakarta Sans" pitchFamily="2" charset="0"/>
                <a:ea typeface="Inter" panose="02000503000000020004" pitchFamily="2" charset="0"/>
                <a:cs typeface="Plus Jakarta Sans" pitchFamily="2" charset="0"/>
                <a:sym typeface="Roboto Medium"/>
              </a:rPr>
              <a:t>Ariviti Technologies</a:t>
            </a: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pace Grotesk" pitchFamily="2" charset="0"/>
                <a:ea typeface="Roboto Medium" panose="02000000000000000000" pitchFamily="2" charset="0"/>
                <a:cs typeface="Space Grotesk" pitchFamily="2" charset="0"/>
                <a:sym typeface="Roboto Medium"/>
              </a:rPr>
              <a:t>ariviti.com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0C3FE6A-2D68-5C09-4D84-FD2B5D4F4D04}"/>
              </a:ext>
            </a:extLst>
          </p:cNvPr>
          <p:cNvCxnSpPr>
            <a:cxnSpLocks/>
          </p:cNvCxnSpPr>
          <p:nvPr/>
        </p:nvCxnSpPr>
        <p:spPr>
          <a:xfrm flipV="1">
            <a:off x="3387136" y="2628630"/>
            <a:ext cx="0" cy="861330"/>
          </a:xfrm>
          <a:prstGeom prst="line">
            <a:avLst/>
          </a:prstGeom>
          <a:ln w="4191"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Graphic 12">
            <a:extLst>
              <a:ext uri="{FF2B5EF4-FFF2-40B4-BE49-F238E27FC236}">
                <a16:creationId xmlns:a16="http://schemas.microsoft.com/office/drawing/2014/main" id="{19E19FC3-E3A0-A42F-A829-0EFFBB6EFEB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1833" y="660226"/>
            <a:ext cx="2257310" cy="848589"/>
          </a:xfrm>
          <a:prstGeom prst="rect">
            <a:avLst/>
          </a:prstGeom>
        </p:spPr>
      </p:pic>
      <p:pic>
        <p:nvPicPr>
          <p:cNvPr id="14" name="Graphic 12">
            <a:extLst>
              <a:ext uri="{FF2B5EF4-FFF2-40B4-BE49-F238E27FC236}">
                <a16:creationId xmlns:a16="http://schemas.microsoft.com/office/drawing/2014/main" id="{DE3FB2CF-A985-EB98-D318-744108B18B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33610" r="86544" b="26484"/>
          <a:stretch>
            <a:fillRect/>
          </a:stretch>
        </p:blipFill>
        <p:spPr>
          <a:xfrm rot="10800000" flipH="1" flipV="1">
            <a:off x="3387136" y="-259203"/>
            <a:ext cx="3150189" cy="3512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95089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B3EA9"/>
        </a:solidFill>
        <a:effectLst/>
      </p:bgPr>
    </p:bg>
    <p:spTree>
      <p:nvGrpSpPr>
        <p:cNvPr id="1" name="Shape 73">
          <a:extLst>
            <a:ext uri="{FF2B5EF4-FFF2-40B4-BE49-F238E27FC236}">
              <a16:creationId xmlns:a16="http://schemas.microsoft.com/office/drawing/2014/main" id="{33C5F113-C0CC-A18F-6E96-FFDC2CE297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93392E9F-8F68-71EE-5321-302609750B5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82391" y="1507601"/>
            <a:ext cx="2515392" cy="945610"/>
          </a:xfrm>
          <a:prstGeom prst="rect">
            <a:avLst/>
          </a:prstGeom>
        </p:spPr>
      </p:pic>
      <p:sp>
        <p:nvSpPr>
          <p:cNvPr id="3" name="Google Shape;66;p14">
            <a:extLst>
              <a:ext uri="{FF2B5EF4-FFF2-40B4-BE49-F238E27FC236}">
                <a16:creationId xmlns:a16="http://schemas.microsoft.com/office/drawing/2014/main" id="{1EE631BC-9878-C90E-F83D-11E8EB7483A0}"/>
              </a:ext>
            </a:extLst>
          </p:cNvPr>
          <p:cNvSpPr txBox="1"/>
          <p:nvPr/>
        </p:nvSpPr>
        <p:spPr>
          <a:xfrm>
            <a:off x="1120442" y="3082664"/>
            <a:ext cx="4239289" cy="3953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964" tIns="98964" rIns="98964" bIns="98964" anchor="t" anchorCtr="0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n-US" sz="1000" dirty="0">
                <a:solidFill>
                  <a:schemeClr val="bg1"/>
                </a:solidFill>
                <a:latin typeface="Space Grotesk" pitchFamily="2" charset="0"/>
                <a:ea typeface="Inter" panose="02000503000000020004" pitchFamily="2" charset="0"/>
                <a:cs typeface="Space Grotesk" pitchFamily="2" charset="0"/>
                <a:sym typeface="Roboto Medium"/>
              </a:rPr>
              <a:t>4, Bellary Road, 12 KM, </a:t>
            </a:r>
            <a:r>
              <a:rPr lang="en-US" sz="1000" dirty="0" err="1">
                <a:solidFill>
                  <a:schemeClr val="bg1"/>
                </a:solidFill>
                <a:latin typeface="Space Grotesk" pitchFamily="2" charset="0"/>
                <a:ea typeface="Inter" panose="02000503000000020004" pitchFamily="2" charset="0"/>
                <a:cs typeface="Space Grotesk" pitchFamily="2" charset="0"/>
                <a:sym typeface="Roboto Medium"/>
              </a:rPr>
              <a:t>Jakkur</a:t>
            </a:r>
            <a:r>
              <a:rPr lang="en-US" sz="1000" dirty="0">
                <a:solidFill>
                  <a:schemeClr val="bg1"/>
                </a:solidFill>
                <a:latin typeface="Space Grotesk" pitchFamily="2" charset="0"/>
                <a:ea typeface="Inter" panose="02000503000000020004" pitchFamily="2" charset="0"/>
                <a:cs typeface="Space Grotesk" pitchFamily="2" charset="0"/>
                <a:sym typeface="Roboto Medium"/>
              </a:rPr>
              <a:t>, Bangalore </a:t>
            </a:r>
            <a:r>
              <a:rPr kumimoji="0" lang="en" sz="1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pace Grotesk" pitchFamily="2" charset="0"/>
                <a:ea typeface="Inter" panose="02000503000000020004" pitchFamily="2" charset="0"/>
                <a:cs typeface="Space Grotesk" pitchFamily="2" charset="0"/>
                <a:sym typeface="Archivo"/>
              </a:rPr>
              <a:t>560064</a:t>
            </a:r>
          </a:p>
        </p:txBody>
      </p:sp>
    </p:spTree>
    <p:extLst>
      <p:ext uri="{BB962C8B-B14F-4D97-AF65-F5344CB8AC3E}">
        <p14:creationId xmlns:p14="http://schemas.microsoft.com/office/powerpoint/2010/main" val="4761911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>
          <a:extLst>
            <a:ext uri="{FF2B5EF4-FFF2-40B4-BE49-F238E27FC236}">
              <a16:creationId xmlns:a16="http://schemas.microsoft.com/office/drawing/2014/main" id="{52D30EBE-4B76-5896-84FB-A4C9D608F2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66;p14">
            <a:extLst>
              <a:ext uri="{FF2B5EF4-FFF2-40B4-BE49-F238E27FC236}">
                <a16:creationId xmlns:a16="http://schemas.microsoft.com/office/drawing/2014/main" id="{E9062E00-418A-9232-8E53-5F6F7D6207AD}"/>
              </a:ext>
            </a:extLst>
          </p:cNvPr>
          <p:cNvSpPr txBox="1"/>
          <p:nvPr/>
        </p:nvSpPr>
        <p:spPr>
          <a:xfrm>
            <a:off x="609599" y="1869610"/>
            <a:ext cx="3804558" cy="759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964" tIns="98964" rIns="98964" bIns="98964" anchor="b" anchorCtr="0">
            <a:noAutofit/>
          </a:bodyPr>
          <a:lstStyle/>
          <a:p>
            <a:pPr>
              <a:lnSpc>
                <a:spcPct val="115000"/>
              </a:lnSpc>
            </a:pPr>
            <a:r>
              <a:rPr lang="en" sz="2400" b="1" dirty="0">
                <a:solidFill>
                  <a:schemeClr val="tx1"/>
                </a:solidFill>
                <a:latin typeface="Space Grotesk" pitchFamily="2" charset="0"/>
                <a:ea typeface="Inter" panose="02000503000000020004" pitchFamily="2" charset="0"/>
                <a:cs typeface="Space Grotesk" pitchFamily="2" charset="0"/>
                <a:sym typeface="Archivo SemiBold"/>
              </a:rPr>
              <a:t>SRIDHAR</a:t>
            </a:r>
            <a:r>
              <a:rPr lang="en" sz="1800" b="1" dirty="0">
                <a:solidFill>
                  <a:schemeClr val="tx1"/>
                </a:solidFill>
                <a:latin typeface="Space Grotesk" pitchFamily="2" charset="0"/>
                <a:ea typeface="Inter" panose="02000503000000020004" pitchFamily="2" charset="0"/>
                <a:cs typeface="Space Grotesk" pitchFamily="2" charset="0"/>
                <a:sym typeface="Archivo"/>
              </a:rPr>
              <a:t> </a:t>
            </a:r>
            <a:r>
              <a:rPr lang="en" sz="1800" dirty="0">
                <a:solidFill>
                  <a:schemeClr val="tx1"/>
                </a:solidFill>
                <a:latin typeface="Space Grotesk" pitchFamily="2" charset="0"/>
                <a:ea typeface="Inter" panose="02000503000000020004" pitchFamily="2" charset="0"/>
                <a:cs typeface="Space Grotesk" pitchFamily="2" charset="0"/>
                <a:sym typeface="Archivo Light"/>
              </a:rPr>
              <a:t>KARRA.</a:t>
            </a:r>
            <a:endParaRPr sz="1800" dirty="0">
              <a:solidFill>
                <a:schemeClr val="tx1"/>
              </a:solidFill>
              <a:latin typeface="Space Grotesk" pitchFamily="2" charset="0"/>
              <a:ea typeface="Inter" panose="02000503000000020004" pitchFamily="2" charset="0"/>
              <a:cs typeface="Space Grotesk" pitchFamily="2" charset="0"/>
              <a:sym typeface="Archivo"/>
            </a:endParaRPr>
          </a:p>
          <a:p>
            <a:pPr>
              <a:lnSpc>
                <a:spcPct val="115000"/>
              </a:lnSpc>
            </a:pPr>
            <a:r>
              <a:rPr lang="en-US" sz="1600" dirty="0">
                <a:solidFill>
                  <a:schemeClr val="tx1"/>
                </a:solidFill>
                <a:latin typeface="Plus Jakarta Sans" pitchFamily="2" charset="0"/>
                <a:ea typeface="Inter" panose="02000503000000020004" pitchFamily="2" charset="0"/>
                <a:cs typeface="Plus Jakarta Sans" pitchFamily="2" charset="0"/>
                <a:sym typeface="Archivo"/>
              </a:rPr>
              <a:t>Sr. VP &amp; Chief Operating Officer</a:t>
            </a:r>
          </a:p>
        </p:txBody>
      </p:sp>
      <p:sp>
        <p:nvSpPr>
          <p:cNvPr id="8" name="Google Shape;66;p14">
            <a:extLst>
              <a:ext uri="{FF2B5EF4-FFF2-40B4-BE49-F238E27FC236}">
                <a16:creationId xmlns:a16="http://schemas.microsoft.com/office/drawing/2014/main" id="{95343A64-3099-B648-1452-49340E79225F}"/>
              </a:ext>
            </a:extLst>
          </p:cNvPr>
          <p:cNvSpPr txBox="1"/>
          <p:nvPr/>
        </p:nvSpPr>
        <p:spPr>
          <a:xfrm>
            <a:off x="660399" y="2600369"/>
            <a:ext cx="3338240" cy="759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964" tIns="98964" rIns="98964" bIns="98964" anchor="t" anchorCtr="0">
            <a:noAutofit/>
          </a:bodyPr>
          <a:lstStyle/>
          <a:p>
            <a:pPr>
              <a:lnSpc>
                <a:spcPct val="115000"/>
              </a:lnSpc>
            </a:pPr>
            <a:r>
              <a:rPr lang="en-US" sz="1400" dirty="0">
                <a:solidFill>
                  <a:schemeClr val="tx1"/>
                </a:solidFill>
                <a:latin typeface="Space Grotesk" pitchFamily="2" charset="0"/>
                <a:ea typeface="Inter" panose="02000503000000020004" pitchFamily="2" charset="0"/>
                <a:cs typeface="Space Grotesk" pitchFamily="2" charset="0"/>
                <a:sym typeface="Roboto Medium"/>
              </a:rPr>
              <a:t>ksridhar@ariviti.com</a:t>
            </a:r>
            <a:endParaRPr sz="700" dirty="0">
              <a:solidFill>
                <a:schemeClr val="tx1"/>
              </a:solidFill>
              <a:latin typeface="Space Grotesk" pitchFamily="2" charset="0"/>
              <a:ea typeface="Inter" panose="02000503000000020004" pitchFamily="2" charset="0"/>
              <a:cs typeface="Space Grotesk" pitchFamily="2" charset="0"/>
              <a:sym typeface="Archivo"/>
            </a:endParaRPr>
          </a:p>
          <a:p>
            <a:pPr>
              <a:lnSpc>
                <a:spcPct val="115000"/>
              </a:lnSpc>
            </a:pPr>
            <a:r>
              <a:rPr lang="en" sz="1100" dirty="0">
                <a:solidFill>
                  <a:schemeClr val="tx1"/>
                </a:solidFill>
                <a:latin typeface="Space Grotesk" pitchFamily="2" charset="0"/>
                <a:ea typeface="Inter" panose="02000503000000020004" pitchFamily="2" charset="0"/>
                <a:cs typeface="Space Grotesk" pitchFamily="2" charset="0"/>
                <a:sym typeface="Archivo"/>
              </a:rPr>
              <a:t>(+91)  </a:t>
            </a:r>
            <a:r>
              <a:rPr lang="en" sz="1400" dirty="0">
                <a:solidFill>
                  <a:schemeClr val="tx1"/>
                </a:solidFill>
                <a:latin typeface="Space Grotesk" pitchFamily="2" charset="0"/>
                <a:ea typeface="Inter" panose="02000503000000020004" pitchFamily="2" charset="0"/>
                <a:cs typeface="Space Grotesk" pitchFamily="2" charset="0"/>
                <a:sym typeface="Archivo"/>
              </a:rPr>
              <a:t>98451 88698</a:t>
            </a:r>
          </a:p>
          <a:p>
            <a:pPr>
              <a:lnSpc>
                <a:spcPct val="115000"/>
              </a:lnSpc>
            </a:pPr>
            <a:r>
              <a:rPr lang="en" sz="1100" dirty="0">
                <a:latin typeface="Space Grotesk" pitchFamily="2" charset="0"/>
                <a:ea typeface="Inter" panose="02000503000000020004" pitchFamily="2" charset="0"/>
                <a:cs typeface="Space Grotesk" pitchFamily="2" charset="0"/>
                <a:sym typeface="Archivo"/>
              </a:rPr>
              <a:t>(+91)  </a:t>
            </a:r>
            <a:r>
              <a:rPr lang="en" sz="1400" dirty="0">
                <a:latin typeface="Space Grotesk" pitchFamily="2" charset="0"/>
                <a:ea typeface="Inter" panose="02000503000000020004" pitchFamily="2" charset="0"/>
                <a:cs typeface="Space Grotesk" pitchFamily="2" charset="0"/>
                <a:sym typeface="Archivo"/>
              </a:rPr>
              <a:t>80 4663 2433</a:t>
            </a:r>
            <a:endParaRPr lang="en" sz="1400" dirty="0">
              <a:solidFill>
                <a:schemeClr val="tx1"/>
              </a:solidFill>
              <a:latin typeface="Space Grotesk" pitchFamily="2" charset="0"/>
              <a:ea typeface="Inter" panose="02000503000000020004" pitchFamily="2" charset="0"/>
              <a:cs typeface="Space Grotesk" pitchFamily="2" charset="0"/>
              <a:sym typeface="Archivo"/>
            </a:endParaRPr>
          </a:p>
          <a:p>
            <a:pPr>
              <a:lnSpc>
                <a:spcPct val="115000"/>
              </a:lnSpc>
            </a:pPr>
            <a:endParaRPr lang="en" sz="1400" dirty="0">
              <a:solidFill>
                <a:schemeClr val="tx1"/>
              </a:solidFill>
              <a:latin typeface="Space Grotesk" pitchFamily="2" charset="0"/>
              <a:ea typeface="Inter" panose="02000503000000020004" pitchFamily="2" charset="0"/>
              <a:cs typeface="Space Grotesk" pitchFamily="2" charset="0"/>
              <a:sym typeface="Archivo"/>
            </a:endParaRPr>
          </a:p>
          <a:p>
            <a:pPr>
              <a:lnSpc>
                <a:spcPct val="115000"/>
              </a:lnSpc>
            </a:pPr>
            <a:endParaRPr lang="en" sz="1400" dirty="0">
              <a:solidFill>
                <a:schemeClr val="tx1"/>
              </a:solidFill>
              <a:latin typeface="Space Grotesk" pitchFamily="2" charset="0"/>
              <a:ea typeface="Inter" panose="02000503000000020004" pitchFamily="2" charset="0"/>
              <a:cs typeface="Space Grotesk" pitchFamily="2" charset="0"/>
              <a:sym typeface="Archivo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EFB78B0-0F76-7E6A-9681-2A390F77AC1C}"/>
              </a:ext>
            </a:extLst>
          </p:cNvPr>
          <p:cNvCxnSpPr>
            <a:cxnSpLocks/>
          </p:cNvCxnSpPr>
          <p:nvPr/>
        </p:nvCxnSpPr>
        <p:spPr>
          <a:xfrm flipH="1">
            <a:off x="660400" y="2628630"/>
            <a:ext cx="5228075" cy="0"/>
          </a:xfrm>
          <a:prstGeom prst="line">
            <a:avLst/>
          </a:prstGeom>
          <a:ln w="4191"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Google Shape;66;p14">
            <a:extLst>
              <a:ext uri="{FF2B5EF4-FFF2-40B4-BE49-F238E27FC236}">
                <a16:creationId xmlns:a16="http://schemas.microsoft.com/office/drawing/2014/main" id="{87C617D0-AA5A-A43B-6803-03B9D3BCB166}"/>
              </a:ext>
            </a:extLst>
          </p:cNvPr>
          <p:cNvSpPr txBox="1"/>
          <p:nvPr/>
        </p:nvSpPr>
        <p:spPr>
          <a:xfrm>
            <a:off x="3998639" y="2598249"/>
            <a:ext cx="2042236" cy="759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964" tIns="98964" rIns="98964" bIns="98964" anchor="t" anchorCtr="0">
            <a:noAutofit/>
          </a:bodyPr>
          <a:lstStyle/>
          <a:p>
            <a:pPr>
              <a:lnSpc>
                <a:spcPct val="115000"/>
              </a:lnSpc>
            </a:pPr>
            <a:r>
              <a:rPr lang="en-US" sz="1400" dirty="0">
                <a:solidFill>
                  <a:schemeClr val="tx1"/>
                </a:solidFill>
                <a:latin typeface="Plus Jakarta Sans" pitchFamily="2" charset="0"/>
                <a:ea typeface="Inter" panose="02000503000000020004" pitchFamily="2" charset="0"/>
                <a:cs typeface="Plus Jakarta Sans" pitchFamily="2" charset="0"/>
                <a:sym typeface="Roboto Medium"/>
              </a:rPr>
              <a:t>4, Bellary Road, 12 KM, </a:t>
            </a:r>
            <a:r>
              <a:rPr lang="en-US" sz="1400" dirty="0" err="1">
                <a:solidFill>
                  <a:schemeClr val="tx1"/>
                </a:solidFill>
                <a:latin typeface="Plus Jakarta Sans" pitchFamily="2" charset="0"/>
                <a:ea typeface="Inter" panose="02000503000000020004" pitchFamily="2" charset="0"/>
                <a:cs typeface="Plus Jakarta Sans" pitchFamily="2" charset="0"/>
                <a:sym typeface="Roboto Medium"/>
              </a:rPr>
              <a:t>Jakkur</a:t>
            </a:r>
            <a:r>
              <a:rPr lang="en-US" sz="1400" dirty="0">
                <a:solidFill>
                  <a:schemeClr val="tx1"/>
                </a:solidFill>
                <a:latin typeface="Plus Jakarta Sans" pitchFamily="2" charset="0"/>
                <a:ea typeface="Inter" panose="02000503000000020004" pitchFamily="2" charset="0"/>
                <a:cs typeface="Plus Jakarta Sans" pitchFamily="2" charset="0"/>
                <a:sym typeface="Roboto Medium"/>
              </a:rPr>
              <a:t>, Bangalore</a:t>
            </a: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lus Jakarta Sans" pitchFamily="2" charset="0"/>
                <a:ea typeface="Inter" panose="02000503000000020004" pitchFamily="2" charset="0"/>
                <a:cs typeface="Plus Jakarta Sans" pitchFamily="2" charset="0"/>
                <a:sym typeface="Archivo"/>
              </a:rPr>
              <a:t>560064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F776531-B9CA-2E1C-A38E-7821F8A857DD}"/>
              </a:ext>
            </a:extLst>
          </p:cNvPr>
          <p:cNvCxnSpPr>
            <a:cxnSpLocks/>
          </p:cNvCxnSpPr>
          <p:nvPr/>
        </p:nvCxnSpPr>
        <p:spPr>
          <a:xfrm flipV="1">
            <a:off x="3773579" y="2628630"/>
            <a:ext cx="0" cy="861330"/>
          </a:xfrm>
          <a:prstGeom prst="line">
            <a:avLst/>
          </a:prstGeom>
          <a:ln w="4191"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43ED1E41-AA96-F28A-1ACE-A311C6CE5532}"/>
              </a:ext>
            </a:extLst>
          </p:cNvPr>
          <p:cNvCxnSpPr>
            <a:cxnSpLocks/>
          </p:cNvCxnSpPr>
          <p:nvPr/>
        </p:nvCxnSpPr>
        <p:spPr>
          <a:xfrm flipV="1">
            <a:off x="5441089" y="560544"/>
            <a:ext cx="0" cy="1663700"/>
          </a:xfrm>
          <a:prstGeom prst="line">
            <a:avLst/>
          </a:prstGeom>
          <a:ln w="4191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543B7DB-B79A-41E4-5C6D-C69C09591C2D}"/>
              </a:ext>
            </a:extLst>
          </p:cNvPr>
          <p:cNvCxnSpPr>
            <a:cxnSpLocks/>
          </p:cNvCxnSpPr>
          <p:nvPr/>
        </p:nvCxnSpPr>
        <p:spPr>
          <a:xfrm flipV="1">
            <a:off x="6027940" y="560544"/>
            <a:ext cx="0" cy="1663700"/>
          </a:xfrm>
          <a:prstGeom prst="line">
            <a:avLst/>
          </a:prstGeom>
          <a:ln w="4191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Google Shape;66;p14">
            <a:extLst>
              <a:ext uri="{FF2B5EF4-FFF2-40B4-BE49-F238E27FC236}">
                <a16:creationId xmlns:a16="http://schemas.microsoft.com/office/drawing/2014/main" id="{1BCD5E0C-D787-1CFE-7DF6-7809FA285508}"/>
              </a:ext>
            </a:extLst>
          </p:cNvPr>
          <p:cNvSpPr txBox="1"/>
          <p:nvPr/>
        </p:nvSpPr>
        <p:spPr>
          <a:xfrm rot="16200000">
            <a:off x="4553111" y="736480"/>
            <a:ext cx="2224244" cy="751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964" tIns="98964" rIns="98964" bIns="98964" anchor="b" anchorCtr="0">
            <a:noAutofit/>
          </a:bodyPr>
          <a:lstStyle/>
          <a:p>
            <a:pPr>
              <a:lnSpc>
                <a:spcPct val="115000"/>
              </a:lnSpc>
            </a:pPr>
            <a:r>
              <a:rPr lang="en-US" sz="2400" dirty="0">
                <a:solidFill>
                  <a:schemeClr val="tx1"/>
                </a:solidFill>
                <a:latin typeface="Space Grotesk" pitchFamily="2" charset="0"/>
                <a:ea typeface="Roboto Medium" panose="02000000000000000000" pitchFamily="2" charset="0"/>
                <a:cs typeface="Space Grotesk" pitchFamily="2" charset="0"/>
                <a:sym typeface="Roboto Medium"/>
              </a:rPr>
              <a:t>ariviti.com 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BD2D4851-F79B-8FD7-C9F1-5CEE0580685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1833" y="660226"/>
            <a:ext cx="2257310" cy="848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755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>
          <a:extLst>
            <a:ext uri="{FF2B5EF4-FFF2-40B4-BE49-F238E27FC236}">
              <a16:creationId xmlns:a16="http://schemas.microsoft.com/office/drawing/2014/main" id="{38020279-5282-9A9B-73D5-CF0F784807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66;p14">
            <a:extLst>
              <a:ext uri="{FF2B5EF4-FFF2-40B4-BE49-F238E27FC236}">
                <a16:creationId xmlns:a16="http://schemas.microsoft.com/office/drawing/2014/main" id="{A11A979D-2ED6-F3F4-AA4A-AC1EB1FBB5EA}"/>
              </a:ext>
            </a:extLst>
          </p:cNvPr>
          <p:cNvSpPr txBox="1"/>
          <p:nvPr/>
        </p:nvSpPr>
        <p:spPr>
          <a:xfrm>
            <a:off x="609599" y="1869610"/>
            <a:ext cx="3804558" cy="759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964" tIns="98964" rIns="98964" bIns="98964" anchor="b" anchorCtr="0">
            <a:noAutofit/>
          </a:bodyPr>
          <a:lstStyle/>
          <a:p>
            <a:pPr>
              <a:lnSpc>
                <a:spcPct val="115000"/>
              </a:lnSpc>
            </a:pPr>
            <a:r>
              <a:rPr lang="en" sz="2400" dirty="0">
                <a:solidFill>
                  <a:schemeClr val="tx1"/>
                </a:solidFill>
                <a:latin typeface="Space Grotesk" pitchFamily="2" charset="0"/>
                <a:ea typeface="Inter" panose="02000503000000020004" pitchFamily="2" charset="0"/>
                <a:cs typeface="Space Grotesk" pitchFamily="2" charset="0"/>
                <a:sym typeface="Archivo SemiBold"/>
              </a:rPr>
              <a:t>Sridhar</a:t>
            </a:r>
            <a:r>
              <a:rPr lang="en" sz="2400" b="1" dirty="0">
                <a:solidFill>
                  <a:schemeClr val="tx1"/>
                </a:solidFill>
                <a:latin typeface="Space Grotesk" pitchFamily="2" charset="0"/>
                <a:ea typeface="Inter" panose="02000503000000020004" pitchFamily="2" charset="0"/>
                <a:cs typeface="Space Grotesk" pitchFamily="2" charset="0"/>
                <a:sym typeface="Archivo"/>
              </a:rPr>
              <a:t> </a:t>
            </a:r>
            <a:r>
              <a:rPr lang="en" sz="2400" b="1" dirty="0">
                <a:solidFill>
                  <a:schemeClr val="tx1"/>
                </a:solidFill>
                <a:latin typeface="Space Grotesk" pitchFamily="2" charset="0"/>
                <a:ea typeface="Inter" panose="02000503000000020004" pitchFamily="2" charset="0"/>
                <a:cs typeface="Space Grotesk" pitchFamily="2" charset="0"/>
                <a:sym typeface="Archivo Light"/>
              </a:rPr>
              <a:t>Karra</a:t>
            </a:r>
            <a:endParaRPr sz="2400" dirty="0">
              <a:solidFill>
                <a:schemeClr val="tx1"/>
              </a:solidFill>
              <a:latin typeface="Space Grotesk" pitchFamily="2" charset="0"/>
              <a:ea typeface="Inter" panose="02000503000000020004" pitchFamily="2" charset="0"/>
              <a:cs typeface="Space Grotesk" pitchFamily="2" charset="0"/>
              <a:sym typeface="Archivo"/>
            </a:endParaRPr>
          </a:p>
          <a:p>
            <a:pPr>
              <a:lnSpc>
                <a:spcPct val="115000"/>
              </a:lnSpc>
            </a:pPr>
            <a:r>
              <a:rPr lang="en-US" sz="1600" dirty="0">
                <a:solidFill>
                  <a:schemeClr val="tx1"/>
                </a:solidFill>
                <a:latin typeface="Plus Jakarta Sans" pitchFamily="2" charset="0"/>
                <a:ea typeface="Inter" panose="02000503000000020004" pitchFamily="2" charset="0"/>
                <a:cs typeface="Plus Jakarta Sans" pitchFamily="2" charset="0"/>
                <a:sym typeface="Archivo"/>
              </a:rPr>
              <a:t>Sr. VP &amp; Chief Operating Officer</a:t>
            </a:r>
          </a:p>
        </p:txBody>
      </p:sp>
      <p:sp>
        <p:nvSpPr>
          <p:cNvPr id="8" name="Google Shape;66;p14">
            <a:extLst>
              <a:ext uri="{FF2B5EF4-FFF2-40B4-BE49-F238E27FC236}">
                <a16:creationId xmlns:a16="http://schemas.microsoft.com/office/drawing/2014/main" id="{3EE6410A-C243-D36F-8EA3-D83277587AA9}"/>
              </a:ext>
            </a:extLst>
          </p:cNvPr>
          <p:cNvSpPr txBox="1"/>
          <p:nvPr/>
        </p:nvSpPr>
        <p:spPr>
          <a:xfrm>
            <a:off x="660399" y="2600369"/>
            <a:ext cx="3338240" cy="759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964" tIns="98964" rIns="98964" bIns="98964" anchor="t" anchorCtr="0">
            <a:noAutofit/>
          </a:bodyPr>
          <a:lstStyle/>
          <a:p>
            <a:pPr>
              <a:lnSpc>
                <a:spcPct val="115000"/>
              </a:lnSpc>
            </a:pPr>
            <a:r>
              <a:rPr lang="en-US" sz="1400" dirty="0">
                <a:solidFill>
                  <a:schemeClr val="tx1"/>
                </a:solidFill>
                <a:latin typeface="Space Grotesk" pitchFamily="2" charset="0"/>
                <a:ea typeface="Inter" panose="02000503000000020004" pitchFamily="2" charset="0"/>
                <a:cs typeface="Space Grotesk" pitchFamily="2" charset="0"/>
                <a:sym typeface="Roboto Medium"/>
              </a:rPr>
              <a:t>zunder.lekshmanan@ariviti.com</a:t>
            </a:r>
            <a:endParaRPr sz="700" dirty="0">
              <a:solidFill>
                <a:schemeClr val="tx1"/>
              </a:solidFill>
              <a:latin typeface="Space Grotesk" pitchFamily="2" charset="0"/>
              <a:ea typeface="Inter" panose="02000503000000020004" pitchFamily="2" charset="0"/>
              <a:cs typeface="Space Grotesk" pitchFamily="2" charset="0"/>
              <a:sym typeface="Archivo"/>
            </a:endParaRPr>
          </a:p>
          <a:p>
            <a:pPr>
              <a:lnSpc>
                <a:spcPct val="115000"/>
              </a:lnSpc>
            </a:pPr>
            <a:r>
              <a:rPr lang="en" sz="1100" dirty="0">
                <a:solidFill>
                  <a:schemeClr val="tx1"/>
                </a:solidFill>
                <a:latin typeface="Space Grotesk" pitchFamily="2" charset="0"/>
                <a:ea typeface="Inter" panose="02000503000000020004" pitchFamily="2" charset="0"/>
                <a:cs typeface="Space Grotesk" pitchFamily="2" charset="0"/>
                <a:sym typeface="Archivo"/>
              </a:rPr>
              <a:t>(+91)  </a:t>
            </a:r>
            <a:r>
              <a:rPr lang="en" sz="1400" dirty="0">
                <a:solidFill>
                  <a:schemeClr val="tx1"/>
                </a:solidFill>
                <a:latin typeface="Space Grotesk" pitchFamily="2" charset="0"/>
                <a:ea typeface="Inter" panose="02000503000000020004" pitchFamily="2" charset="0"/>
                <a:cs typeface="Space Grotesk" pitchFamily="2" charset="0"/>
                <a:sym typeface="Archivo"/>
              </a:rPr>
              <a:t>98451 88698</a:t>
            </a:r>
          </a:p>
          <a:p>
            <a:pPr>
              <a:lnSpc>
                <a:spcPct val="115000"/>
              </a:lnSpc>
            </a:pPr>
            <a:r>
              <a:rPr lang="en" sz="1100" dirty="0">
                <a:latin typeface="Space Grotesk" pitchFamily="2" charset="0"/>
                <a:ea typeface="Inter" panose="02000503000000020004" pitchFamily="2" charset="0"/>
                <a:cs typeface="Space Grotesk" pitchFamily="2" charset="0"/>
                <a:sym typeface="Archivo"/>
              </a:rPr>
              <a:t>(+91)  </a:t>
            </a:r>
            <a:r>
              <a:rPr lang="en" sz="1400" dirty="0">
                <a:latin typeface="Space Grotesk" pitchFamily="2" charset="0"/>
                <a:ea typeface="Inter" panose="02000503000000020004" pitchFamily="2" charset="0"/>
                <a:cs typeface="Space Grotesk" pitchFamily="2" charset="0"/>
                <a:sym typeface="Archivo"/>
              </a:rPr>
              <a:t>80 4663 2433</a:t>
            </a:r>
            <a:endParaRPr lang="en" sz="1400" dirty="0">
              <a:solidFill>
                <a:schemeClr val="tx1"/>
              </a:solidFill>
              <a:latin typeface="Space Grotesk" pitchFamily="2" charset="0"/>
              <a:ea typeface="Inter" panose="02000503000000020004" pitchFamily="2" charset="0"/>
              <a:cs typeface="Space Grotesk" pitchFamily="2" charset="0"/>
              <a:sym typeface="Archivo"/>
            </a:endParaRPr>
          </a:p>
          <a:p>
            <a:pPr>
              <a:lnSpc>
                <a:spcPct val="115000"/>
              </a:lnSpc>
            </a:pPr>
            <a:endParaRPr lang="en" sz="1400" dirty="0">
              <a:solidFill>
                <a:schemeClr val="tx1"/>
              </a:solidFill>
              <a:latin typeface="Space Grotesk" pitchFamily="2" charset="0"/>
              <a:ea typeface="Inter" panose="02000503000000020004" pitchFamily="2" charset="0"/>
              <a:cs typeface="Space Grotesk" pitchFamily="2" charset="0"/>
              <a:sym typeface="Archivo"/>
            </a:endParaRPr>
          </a:p>
          <a:p>
            <a:pPr>
              <a:lnSpc>
                <a:spcPct val="115000"/>
              </a:lnSpc>
            </a:pPr>
            <a:endParaRPr lang="en" sz="1400" dirty="0">
              <a:solidFill>
                <a:schemeClr val="tx1"/>
              </a:solidFill>
              <a:latin typeface="Space Grotesk" pitchFamily="2" charset="0"/>
              <a:ea typeface="Inter" panose="02000503000000020004" pitchFamily="2" charset="0"/>
              <a:cs typeface="Space Grotesk" pitchFamily="2" charset="0"/>
              <a:sym typeface="Archivo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DDDAF2D-5975-8457-E90A-EE5A0960564B}"/>
              </a:ext>
            </a:extLst>
          </p:cNvPr>
          <p:cNvCxnSpPr>
            <a:cxnSpLocks/>
          </p:cNvCxnSpPr>
          <p:nvPr/>
        </p:nvCxnSpPr>
        <p:spPr>
          <a:xfrm flipH="1">
            <a:off x="660400" y="2628630"/>
            <a:ext cx="5228075" cy="0"/>
          </a:xfrm>
          <a:prstGeom prst="line">
            <a:avLst/>
          </a:prstGeom>
          <a:ln w="4191"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Google Shape;66;p14">
            <a:extLst>
              <a:ext uri="{FF2B5EF4-FFF2-40B4-BE49-F238E27FC236}">
                <a16:creationId xmlns:a16="http://schemas.microsoft.com/office/drawing/2014/main" id="{C0E19748-7A06-A54B-F055-9A87B8B9EDAA}"/>
              </a:ext>
            </a:extLst>
          </p:cNvPr>
          <p:cNvSpPr txBox="1"/>
          <p:nvPr/>
        </p:nvSpPr>
        <p:spPr>
          <a:xfrm>
            <a:off x="3998639" y="2598249"/>
            <a:ext cx="2042236" cy="759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964" tIns="98964" rIns="98964" bIns="98964" anchor="t" anchorCtr="0">
            <a:noAutofit/>
          </a:bodyPr>
          <a:lstStyle/>
          <a:p>
            <a:pPr>
              <a:lnSpc>
                <a:spcPct val="115000"/>
              </a:lnSpc>
            </a:pPr>
            <a:r>
              <a:rPr lang="en-US" sz="1400" dirty="0">
                <a:solidFill>
                  <a:schemeClr val="tx1"/>
                </a:solidFill>
                <a:latin typeface="Plus Jakarta Sans" pitchFamily="2" charset="0"/>
                <a:ea typeface="Inter" panose="02000503000000020004" pitchFamily="2" charset="0"/>
                <a:cs typeface="Plus Jakarta Sans" pitchFamily="2" charset="0"/>
                <a:sym typeface="Roboto Medium"/>
              </a:rPr>
              <a:t>Ariviti Technologies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45E74DD-512C-7AE6-4E80-A4B5D0B14782}"/>
              </a:ext>
            </a:extLst>
          </p:cNvPr>
          <p:cNvCxnSpPr>
            <a:cxnSpLocks/>
          </p:cNvCxnSpPr>
          <p:nvPr/>
        </p:nvCxnSpPr>
        <p:spPr>
          <a:xfrm flipV="1">
            <a:off x="3806239" y="2628630"/>
            <a:ext cx="0" cy="861330"/>
          </a:xfrm>
          <a:prstGeom prst="line">
            <a:avLst/>
          </a:prstGeom>
          <a:ln w="4191"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C1A8572-11DD-94BA-531F-320DD289E1A9}"/>
              </a:ext>
            </a:extLst>
          </p:cNvPr>
          <p:cNvCxnSpPr>
            <a:cxnSpLocks/>
          </p:cNvCxnSpPr>
          <p:nvPr/>
        </p:nvCxnSpPr>
        <p:spPr>
          <a:xfrm flipV="1">
            <a:off x="5441089" y="560544"/>
            <a:ext cx="0" cy="1663700"/>
          </a:xfrm>
          <a:prstGeom prst="line">
            <a:avLst/>
          </a:prstGeom>
          <a:ln w="4191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934ADA7-6089-BD93-281B-19B05E10FC21}"/>
              </a:ext>
            </a:extLst>
          </p:cNvPr>
          <p:cNvCxnSpPr>
            <a:cxnSpLocks/>
          </p:cNvCxnSpPr>
          <p:nvPr/>
        </p:nvCxnSpPr>
        <p:spPr>
          <a:xfrm flipV="1">
            <a:off x="6027940" y="560544"/>
            <a:ext cx="0" cy="1663700"/>
          </a:xfrm>
          <a:prstGeom prst="line">
            <a:avLst/>
          </a:prstGeom>
          <a:ln w="4191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Google Shape;66;p14">
            <a:extLst>
              <a:ext uri="{FF2B5EF4-FFF2-40B4-BE49-F238E27FC236}">
                <a16:creationId xmlns:a16="http://schemas.microsoft.com/office/drawing/2014/main" id="{73A3B1C3-5D81-9F33-627A-104BE1774C53}"/>
              </a:ext>
            </a:extLst>
          </p:cNvPr>
          <p:cNvSpPr txBox="1"/>
          <p:nvPr/>
        </p:nvSpPr>
        <p:spPr>
          <a:xfrm rot="16200000">
            <a:off x="4553111" y="736480"/>
            <a:ext cx="2224244" cy="751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964" tIns="98964" rIns="98964" bIns="98964" anchor="b" anchorCtr="0">
            <a:noAutofit/>
          </a:bodyPr>
          <a:lstStyle/>
          <a:p>
            <a:pPr>
              <a:lnSpc>
                <a:spcPct val="115000"/>
              </a:lnSpc>
            </a:pPr>
            <a:r>
              <a:rPr lang="en-US" sz="2400" dirty="0">
                <a:solidFill>
                  <a:schemeClr val="tx1"/>
                </a:solidFill>
                <a:latin typeface="Space Grotesk" pitchFamily="2" charset="0"/>
                <a:ea typeface="Roboto Medium" panose="02000000000000000000" pitchFamily="2" charset="0"/>
                <a:cs typeface="Space Grotesk" pitchFamily="2" charset="0"/>
                <a:sym typeface="Roboto Medium"/>
              </a:rPr>
              <a:t>ariviti.com 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5AE46B93-D26E-ED26-C2FC-859A90CD4B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1833" y="660226"/>
            <a:ext cx="2257310" cy="848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59569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B3EA9"/>
        </a:solidFill>
        <a:effectLst/>
      </p:bgPr>
    </p:bg>
    <p:spTree>
      <p:nvGrpSpPr>
        <p:cNvPr id="1" name="Shape 73">
          <a:extLst>
            <a:ext uri="{FF2B5EF4-FFF2-40B4-BE49-F238E27FC236}">
              <a16:creationId xmlns:a16="http://schemas.microsoft.com/office/drawing/2014/main" id="{48D1DC75-04D4-163F-C533-74BB41118C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292BCF75-545A-CB65-C97A-0E312F26236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82391" y="1507601"/>
            <a:ext cx="2515392" cy="945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17598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>
          <a:extLst>
            <a:ext uri="{FF2B5EF4-FFF2-40B4-BE49-F238E27FC236}">
              <a16:creationId xmlns:a16="http://schemas.microsoft.com/office/drawing/2014/main" id="{D35A4FFF-FAD5-5FE4-7D99-5323CB6E5B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66;p14">
            <a:extLst>
              <a:ext uri="{FF2B5EF4-FFF2-40B4-BE49-F238E27FC236}">
                <a16:creationId xmlns:a16="http://schemas.microsoft.com/office/drawing/2014/main" id="{D54DB33D-AAA4-ADE7-928B-F6192B9AEBFE}"/>
              </a:ext>
            </a:extLst>
          </p:cNvPr>
          <p:cNvSpPr txBox="1"/>
          <p:nvPr/>
        </p:nvSpPr>
        <p:spPr>
          <a:xfrm>
            <a:off x="609599" y="1869610"/>
            <a:ext cx="3804558" cy="759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964" tIns="98964" rIns="98964" bIns="98964" anchor="b" anchorCtr="0">
            <a:noAutofit/>
          </a:bodyPr>
          <a:lstStyle/>
          <a:p>
            <a:pPr>
              <a:lnSpc>
                <a:spcPct val="115000"/>
              </a:lnSpc>
            </a:pPr>
            <a:r>
              <a:rPr lang="en" sz="2400" b="1" dirty="0">
                <a:solidFill>
                  <a:schemeClr val="tx1"/>
                </a:solidFill>
                <a:latin typeface="Space Grotesk" pitchFamily="2" charset="0"/>
                <a:ea typeface="Inter" panose="02000503000000020004" pitchFamily="2" charset="0"/>
                <a:cs typeface="Space Grotesk" pitchFamily="2" charset="0"/>
                <a:sym typeface="Archivo SemiBold"/>
              </a:rPr>
              <a:t>SRIDHAR</a:t>
            </a:r>
            <a:r>
              <a:rPr lang="en" sz="1800" b="1" dirty="0">
                <a:solidFill>
                  <a:schemeClr val="tx1"/>
                </a:solidFill>
                <a:latin typeface="Space Grotesk" pitchFamily="2" charset="0"/>
                <a:ea typeface="Inter" panose="02000503000000020004" pitchFamily="2" charset="0"/>
                <a:cs typeface="Space Grotesk" pitchFamily="2" charset="0"/>
                <a:sym typeface="Archivo"/>
              </a:rPr>
              <a:t> </a:t>
            </a:r>
            <a:r>
              <a:rPr lang="en" sz="1800" dirty="0">
                <a:solidFill>
                  <a:schemeClr val="tx1"/>
                </a:solidFill>
                <a:latin typeface="Space Grotesk" pitchFamily="2" charset="0"/>
                <a:ea typeface="Inter" panose="02000503000000020004" pitchFamily="2" charset="0"/>
                <a:cs typeface="Space Grotesk" pitchFamily="2" charset="0"/>
                <a:sym typeface="Archivo Light"/>
              </a:rPr>
              <a:t>KARRA.</a:t>
            </a:r>
            <a:endParaRPr sz="1800" dirty="0">
              <a:solidFill>
                <a:schemeClr val="tx1"/>
              </a:solidFill>
              <a:latin typeface="Space Grotesk" pitchFamily="2" charset="0"/>
              <a:ea typeface="Inter" panose="02000503000000020004" pitchFamily="2" charset="0"/>
              <a:cs typeface="Space Grotesk" pitchFamily="2" charset="0"/>
              <a:sym typeface="Archivo"/>
            </a:endParaRPr>
          </a:p>
          <a:p>
            <a:pPr>
              <a:lnSpc>
                <a:spcPct val="115000"/>
              </a:lnSpc>
            </a:pPr>
            <a:r>
              <a:rPr lang="en-US" sz="1600" dirty="0">
                <a:solidFill>
                  <a:schemeClr val="tx1"/>
                </a:solidFill>
                <a:latin typeface="Plus Jakarta Sans" pitchFamily="2" charset="0"/>
                <a:ea typeface="Inter" panose="02000503000000020004" pitchFamily="2" charset="0"/>
                <a:cs typeface="Plus Jakarta Sans" pitchFamily="2" charset="0"/>
                <a:sym typeface="Archivo"/>
              </a:rPr>
              <a:t>Sr. VP &amp; Chief Operating Officer</a:t>
            </a:r>
          </a:p>
        </p:txBody>
      </p:sp>
      <p:sp>
        <p:nvSpPr>
          <p:cNvPr id="8" name="Google Shape;66;p14">
            <a:extLst>
              <a:ext uri="{FF2B5EF4-FFF2-40B4-BE49-F238E27FC236}">
                <a16:creationId xmlns:a16="http://schemas.microsoft.com/office/drawing/2014/main" id="{3DDA98E4-6314-4C26-A9E6-8609B4CCF8B5}"/>
              </a:ext>
            </a:extLst>
          </p:cNvPr>
          <p:cNvSpPr txBox="1"/>
          <p:nvPr/>
        </p:nvSpPr>
        <p:spPr>
          <a:xfrm>
            <a:off x="660399" y="2600369"/>
            <a:ext cx="3338240" cy="759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964" tIns="98964" rIns="98964" bIns="98964" anchor="t" anchorCtr="0">
            <a:noAutofit/>
          </a:bodyPr>
          <a:lstStyle/>
          <a:p>
            <a:pPr>
              <a:lnSpc>
                <a:spcPct val="115000"/>
              </a:lnSpc>
            </a:pPr>
            <a:r>
              <a:rPr lang="en-US" sz="1400" dirty="0">
                <a:solidFill>
                  <a:schemeClr val="tx1"/>
                </a:solidFill>
                <a:latin typeface="Space Grotesk" pitchFamily="2" charset="0"/>
                <a:ea typeface="Inter" panose="02000503000000020004" pitchFamily="2" charset="0"/>
                <a:cs typeface="Space Grotesk" pitchFamily="2" charset="0"/>
                <a:sym typeface="Roboto Medium"/>
              </a:rPr>
              <a:t>ksridhar@ariviti.com</a:t>
            </a:r>
            <a:endParaRPr sz="700" dirty="0">
              <a:solidFill>
                <a:schemeClr val="tx1"/>
              </a:solidFill>
              <a:latin typeface="Space Grotesk" pitchFamily="2" charset="0"/>
              <a:ea typeface="Inter" panose="02000503000000020004" pitchFamily="2" charset="0"/>
              <a:cs typeface="Space Grotesk" pitchFamily="2" charset="0"/>
              <a:sym typeface="Archivo"/>
            </a:endParaRPr>
          </a:p>
          <a:p>
            <a:pPr>
              <a:lnSpc>
                <a:spcPct val="115000"/>
              </a:lnSpc>
            </a:pPr>
            <a:r>
              <a:rPr lang="en" sz="1100" dirty="0">
                <a:solidFill>
                  <a:schemeClr val="tx1"/>
                </a:solidFill>
                <a:latin typeface="Space Grotesk" pitchFamily="2" charset="0"/>
                <a:ea typeface="Inter" panose="02000503000000020004" pitchFamily="2" charset="0"/>
                <a:cs typeface="Space Grotesk" pitchFamily="2" charset="0"/>
                <a:sym typeface="Archivo"/>
              </a:rPr>
              <a:t>(+91)  </a:t>
            </a:r>
            <a:r>
              <a:rPr lang="en" sz="1400" dirty="0">
                <a:solidFill>
                  <a:schemeClr val="tx1"/>
                </a:solidFill>
                <a:latin typeface="Space Grotesk" pitchFamily="2" charset="0"/>
                <a:ea typeface="Inter" panose="02000503000000020004" pitchFamily="2" charset="0"/>
                <a:cs typeface="Space Grotesk" pitchFamily="2" charset="0"/>
                <a:sym typeface="Archivo"/>
              </a:rPr>
              <a:t>98451 88698</a:t>
            </a:r>
            <a:br>
              <a:rPr lang="en" sz="1400" dirty="0">
                <a:solidFill>
                  <a:schemeClr val="tx1"/>
                </a:solidFill>
                <a:latin typeface="Space Grotesk" pitchFamily="2" charset="0"/>
                <a:ea typeface="Inter" panose="02000503000000020004" pitchFamily="2" charset="0"/>
                <a:cs typeface="Space Grotesk" pitchFamily="2" charset="0"/>
                <a:sym typeface="Archivo"/>
              </a:rPr>
            </a:br>
            <a:r>
              <a:rPr lang="en" sz="1100" dirty="0">
                <a:latin typeface="Space Grotesk" pitchFamily="2" charset="0"/>
                <a:ea typeface="Inter" panose="02000503000000020004" pitchFamily="2" charset="0"/>
                <a:cs typeface="Space Grotesk" pitchFamily="2" charset="0"/>
                <a:sym typeface="Archivo"/>
              </a:rPr>
              <a:t>(+91)  </a:t>
            </a:r>
            <a:r>
              <a:rPr lang="en" sz="1400" dirty="0">
                <a:latin typeface="Space Grotesk" pitchFamily="2" charset="0"/>
                <a:ea typeface="Inter" panose="02000503000000020004" pitchFamily="2" charset="0"/>
                <a:cs typeface="Space Grotesk" pitchFamily="2" charset="0"/>
                <a:sym typeface="Archivo"/>
              </a:rPr>
              <a:t>80 4663 2433</a:t>
            </a:r>
            <a:endParaRPr lang="en" sz="1400" dirty="0">
              <a:solidFill>
                <a:schemeClr val="tx1"/>
              </a:solidFill>
              <a:latin typeface="Space Grotesk" pitchFamily="2" charset="0"/>
              <a:ea typeface="Inter" panose="02000503000000020004" pitchFamily="2" charset="0"/>
              <a:cs typeface="Space Grotesk" pitchFamily="2" charset="0"/>
              <a:sym typeface="Archivo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7CBD11D-C451-1294-FC64-24F13FB4274D}"/>
              </a:ext>
            </a:extLst>
          </p:cNvPr>
          <p:cNvCxnSpPr>
            <a:cxnSpLocks/>
          </p:cNvCxnSpPr>
          <p:nvPr/>
        </p:nvCxnSpPr>
        <p:spPr>
          <a:xfrm flipH="1">
            <a:off x="660400" y="2628630"/>
            <a:ext cx="5228075" cy="0"/>
          </a:xfrm>
          <a:prstGeom prst="line">
            <a:avLst/>
          </a:prstGeom>
          <a:ln w="4191"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Google Shape;66;p14">
            <a:extLst>
              <a:ext uri="{FF2B5EF4-FFF2-40B4-BE49-F238E27FC236}">
                <a16:creationId xmlns:a16="http://schemas.microsoft.com/office/drawing/2014/main" id="{F5D8A644-6F20-EF04-8167-049201185C5A}"/>
              </a:ext>
            </a:extLst>
          </p:cNvPr>
          <p:cNvSpPr txBox="1"/>
          <p:nvPr/>
        </p:nvSpPr>
        <p:spPr>
          <a:xfrm>
            <a:off x="3998639" y="2598249"/>
            <a:ext cx="2129111" cy="759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964" tIns="98964" rIns="98964" bIns="98964" anchor="t" anchorCtr="0">
            <a:noAutofit/>
          </a:bodyPr>
          <a:lstStyle/>
          <a:p>
            <a:pPr>
              <a:lnSpc>
                <a:spcPct val="115000"/>
              </a:lnSpc>
            </a:pPr>
            <a:r>
              <a:rPr lang="en-US" sz="1400" dirty="0">
                <a:solidFill>
                  <a:schemeClr val="tx1"/>
                </a:solidFill>
                <a:latin typeface="Plus Jakarta Sans" pitchFamily="2" charset="0"/>
                <a:ea typeface="Inter" panose="02000503000000020004" pitchFamily="2" charset="0"/>
                <a:cs typeface="Plus Jakarta Sans" pitchFamily="2" charset="0"/>
                <a:sym typeface="Roboto Medium"/>
              </a:rPr>
              <a:t>4, Bellary Road,</a:t>
            </a:r>
            <a:r>
              <a:rPr lang="en-US" sz="1400" dirty="0">
                <a:latin typeface="Plus Jakarta Sans" pitchFamily="2" charset="0"/>
                <a:ea typeface="Inter" panose="02000503000000020004" pitchFamily="2" charset="0"/>
                <a:cs typeface="Plus Jakarta Sans" pitchFamily="2" charset="0"/>
                <a:sym typeface="Roboto Medium"/>
              </a:rPr>
              <a:t> 12 KM,</a:t>
            </a:r>
            <a:r>
              <a:rPr lang="en-US" sz="1400" dirty="0">
                <a:solidFill>
                  <a:schemeClr val="tx1"/>
                </a:solidFill>
                <a:latin typeface="Plus Jakarta Sans" pitchFamily="2" charset="0"/>
                <a:ea typeface="Inter" panose="02000503000000020004" pitchFamily="2" charset="0"/>
                <a:cs typeface="Plus Jakarta Sans" pitchFamily="2" charset="0"/>
                <a:sym typeface="Roboto Medium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Plus Jakarta Sans" pitchFamily="2" charset="0"/>
                <a:ea typeface="Inter" panose="02000503000000020004" pitchFamily="2" charset="0"/>
                <a:cs typeface="Plus Jakarta Sans" pitchFamily="2" charset="0"/>
                <a:sym typeface="Roboto Medium"/>
              </a:rPr>
              <a:t>Jakkur</a:t>
            </a:r>
            <a:r>
              <a:rPr lang="en-US" sz="1400" dirty="0">
                <a:solidFill>
                  <a:schemeClr val="tx1"/>
                </a:solidFill>
                <a:latin typeface="Plus Jakarta Sans" pitchFamily="2" charset="0"/>
                <a:ea typeface="Inter" panose="02000503000000020004" pitchFamily="2" charset="0"/>
                <a:cs typeface="Plus Jakarta Sans" pitchFamily="2" charset="0"/>
                <a:sym typeface="Roboto Medium"/>
              </a:rPr>
              <a:t>, Bangalore</a:t>
            </a:r>
          </a:p>
          <a:p>
            <a:pPr>
              <a:lnSpc>
                <a:spcPct val="115000"/>
              </a:lnSpc>
            </a:pPr>
            <a:r>
              <a:rPr lang="en-US" sz="1400" dirty="0">
                <a:solidFill>
                  <a:schemeClr val="tx1"/>
                </a:solidFill>
                <a:latin typeface="Plus Jakarta Sans" pitchFamily="2" charset="0"/>
                <a:ea typeface="Inter" panose="02000503000000020004" pitchFamily="2" charset="0"/>
                <a:cs typeface="Plus Jakarta Sans" pitchFamily="2" charset="0"/>
                <a:sym typeface="Roboto Medium"/>
              </a:rPr>
              <a:t>560064</a:t>
            </a:r>
            <a:endParaRPr lang="en" sz="1400" dirty="0">
              <a:solidFill>
                <a:schemeClr val="tx1"/>
              </a:solidFill>
              <a:latin typeface="Plus Jakarta Sans" pitchFamily="2" charset="0"/>
              <a:ea typeface="Inter" panose="02000503000000020004" pitchFamily="2" charset="0"/>
              <a:cs typeface="Plus Jakarta Sans" pitchFamily="2" charset="0"/>
              <a:sym typeface="Archivo"/>
            </a:endParaRP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84DC53AD-D738-7E55-4735-EFD39ACAB72A}"/>
              </a:ext>
            </a:extLst>
          </p:cNvPr>
          <p:cNvCxnSpPr>
            <a:cxnSpLocks/>
          </p:cNvCxnSpPr>
          <p:nvPr/>
        </p:nvCxnSpPr>
        <p:spPr>
          <a:xfrm flipV="1">
            <a:off x="3773579" y="2628630"/>
            <a:ext cx="0" cy="861330"/>
          </a:xfrm>
          <a:prstGeom prst="line">
            <a:avLst/>
          </a:prstGeom>
          <a:ln w="4191"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Graphic 3">
            <a:extLst>
              <a:ext uri="{FF2B5EF4-FFF2-40B4-BE49-F238E27FC236}">
                <a16:creationId xmlns:a16="http://schemas.microsoft.com/office/drawing/2014/main" id="{5BD13B69-ABC4-4E96-7103-DDE0C6B941C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73640" y="231137"/>
            <a:ext cx="1808890" cy="180889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8F5AC56D-27C9-D3B8-2382-F4F04123D21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0399" y="536047"/>
            <a:ext cx="1816204" cy="68276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BB0D957-B842-DEA3-6E31-E015428E2334}"/>
              </a:ext>
            </a:extLst>
          </p:cNvPr>
          <p:cNvSpPr txBox="1"/>
          <p:nvPr/>
        </p:nvSpPr>
        <p:spPr>
          <a:xfrm>
            <a:off x="4817329" y="1867491"/>
            <a:ext cx="1178711" cy="31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" sz="1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Plus Jakarta Sans" pitchFamily="2" charset="0"/>
                <a:ea typeface="Inter" panose="02000503000000020004" pitchFamily="2" charset="0"/>
                <a:cs typeface="Plus Jakarta Sans" pitchFamily="2" charset="0"/>
                <a:sym typeface="Archivo"/>
              </a:rPr>
              <a:t>ariviti.com</a:t>
            </a:r>
          </a:p>
        </p:txBody>
      </p:sp>
    </p:spTree>
    <p:extLst>
      <p:ext uri="{BB962C8B-B14F-4D97-AF65-F5344CB8AC3E}">
        <p14:creationId xmlns:p14="http://schemas.microsoft.com/office/powerpoint/2010/main" val="9881006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>
            <a:alpha val="0"/>
          </a:srgbClr>
        </a:solidFill>
        <a:effectLst/>
      </p:bgPr>
    </p:bg>
    <p:spTree>
      <p:nvGrpSpPr>
        <p:cNvPr id="1" name="Shape 73">
          <a:extLst>
            <a:ext uri="{FF2B5EF4-FFF2-40B4-BE49-F238E27FC236}">
              <a16:creationId xmlns:a16="http://schemas.microsoft.com/office/drawing/2014/main" id="{29CA4741-C25F-1050-01CB-A23691064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66;p14">
            <a:extLst>
              <a:ext uri="{FF2B5EF4-FFF2-40B4-BE49-F238E27FC236}">
                <a16:creationId xmlns:a16="http://schemas.microsoft.com/office/drawing/2014/main" id="{F1987751-8773-9548-DD4F-4AA47FDA8DFE}"/>
              </a:ext>
            </a:extLst>
          </p:cNvPr>
          <p:cNvSpPr txBox="1"/>
          <p:nvPr/>
        </p:nvSpPr>
        <p:spPr>
          <a:xfrm>
            <a:off x="812799" y="707016"/>
            <a:ext cx="3586844" cy="759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964" tIns="98964" rIns="98964" bIns="98964" anchor="t" anchorCtr="0">
            <a:noAutofit/>
          </a:bodyPr>
          <a:lstStyle/>
          <a:p>
            <a:pPr>
              <a:lnSpc>
                <a:spcPct val="115000"/>
              </a:lnSpc>
            </a:pPr>
            <a:r>
              <a:rPr lang="en" sz="2800" b="1" dirty="0">
                <a:solidFill>
                  <a:schemeClr val="tx1"/>
                </a:solidFill>
                <a:latin typeface="Space Grotesk" pitchFamily="2" charset="0"/>
                <a:ea typeface="Inter" panose="02000503000000020004" pitchFamily="2" charset="0"/>
                <a:cs typeface="Space Grotesk" pitchFamily="2" charset="0"/>
                <a:sym typeface="Archivo SemiBold"/>
              </a:rPr>
              <a:t>SRIDHAR</a:t>
            </a:r>
            <a:r>
              <a:rPr lang="en" sz="2800" b="1" dirty="0">
                <a:solidFill>
                  <a:schemeClr val="tx1"/>
                </a:solidFill>
                <a:latin typeface="Space Grotesk" pitchFamily="2" charset="0"/>
                <a:ea typeface="Inter" panose="02000503000000020004" pitchFamily="2" charset="0"/>
                <a:cs typeface="Space Grotesk" pitchFamily="2" charset="0"/>
                <a:sym typeface="Archivo"/>
              </a:rPr>
              <a:t> </a:t>
            </a:r>
          </a:p>
          <a:p>
            <a:pPr>
              <a:lnSpc>
                <a:spcPct val="115000"/>
              </a:lnSpc>
            </a:pPr>
            <a:r>
              <a:rPr lang="en" sz="2800" dirty="0">
                <a:solidFill>
                  <a:schemeClr val="tx1"/>
                </a:solidFill>
                <a:latin typeface="Space Grotesk" pitchFamily="2" charset="0"/>
                <a:ea typeface="Inter" panose="02000503000000020004" pitchFamily="2" charset="0"/>
                <a:cs typeface="Space Grotesk" pitchFamily="2" charset="0"/>
                <a:sym typeface="Archivo Light"/>
              </a:rPr>
              <a:t>KARRA</a:t>
            </a:r>
            <a:endParaRPr sz="2800" dirty="0">
              <a:solidFill>
                <a:schemeClr val="tx1"/>
              </a:solidFill>
              <a:latin typeface="Space Grotesk" pitchFamily="2" charset="0"/>
              <a:ea typeface="Inter" panose="02000503000000020004" pitchFamily="2" charset="0"/>
              <a:cs typeface="Space Grotesk" pitchFamily="2" charset="0"/>
              <a:sym typeface="Archivo"/>
            </a:endParaRPr>
          </a:p>
          <a:p>
            <a:pPr>
              <a:lnSpc>
                <a:spcPct val="115000"/>
              </a:lnSpc>
            </a:pPr>
            <a:r>
              <a:rPr lang="en-US" sz="1400" dirty="0">
                <a:solidFill>
                  <a:schemeClr val="tx1"/>
                </a:solidFill>
                <a:latin typeface="Space Grotesk" pitchFamily="2" charset="0"/>
                <a:ea typeface="Inter" panose="02000503000000020004" pitchFamily="2" charset="0"/>
                <a:cs typeface="Space Grotesk" pitchFamily="2" charset="0"/>
                <a:sym typeface="Archivo"/>
              </a:rPr>
              <a:t>Sr. VP &amp; Chief Operating Officer</a:t>
            </a:r>
          </a:p>
        </p:txBody>
      </p:sp>
      <p:sp>
        <p:nvSpPr>
          <p:cNvPr id="5" name="Google Shape;66;p14">
            <a:extLst>
              <a:ext uri="{FF2B5EF4-FFF2-40B4-BE49-F238E27FC236}">
                <a16:creationId xmlns:a16="http://schemas.microsoft.com/office/drawing/2014/main" id="{DD7D4222-8492-67E2-C4E9-6DD9A2CFDD3A}"/>
              </a:ext>
            </a:extLst>
          </p:cNvPr>
          <p:cNvSpPr txBox="1"/>
          <p:nvPr/>
        </p:nvSpPr>
        <p:spPr>
          <a:xfrm>
            <a:off x="660399" y="2600369"/>
            <a:ext cx="3338240" cy="759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964" tIns="98964" rIns="98964" bIns="98964" anchor="t" anchorCtr="0">
            <a:noAutofit/>
          </a:bodyPr>
          <a:lstStyle/>
          <a:p>
            <a:pPr>
              <a:lnSpc>
                <a:spcPct val="115000"/>
              </a:lnSpc>
            </a:pPr>
            <a:r>
              <a:rPr lang="en-US" sz="1400" dirty="0">
                <a:solidFill>
                  <a:schemeClr val="tx1"/>
                </a:solidFill>
                <a:latin typeface="Space Grotesk" pitchFamily="2" charset="0"/>
                <a:ea typeface="Inter" panose="02000503000000020004" pitchFamily="2" charset="0"/>
                <a:cs typeface="Space Grotesk" pitchFamily="2" charset="0"/>
                <a:sym typeface="Roboto Medium"/>
              </a:rPr>
              <a:t>ksridhar@ariviti.com</a:t>
            </a:r>
            <a:endParaRPr sz="700" dirty="0">
              <a:solidFill>
                <a:schemeClr val="tx1"/>
              </a:solidFill>
              <a:latin typeface="Space Grotesk" pitchFamily="2" charset="0"/>
              <a:ea typeface="Inter" panose="02000503000000020004" pitchFamily="2" charset="0"/>
              <a:cs typeface="Space Grotesk" pitchFamily="2" charset="0"/>
              <a:sym typeface="Archivo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pace Grotesk" pitchFamily="2" charset="0"/>
                <a:ea typeface="Inter" panose="02000503000000020004" pitchFamily="2" charset="0"/>
                <a:cs typeface="Space Grotesk" pitchFamily="2" charset="0"/>
                <a:sym typeface="Archivo"/>
              </a:rPr>
              <a:t>(+91)  </a:t>
            </a:r>
            <a:r>
              <a:rPr kumimoji="0" lang="e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pace Grotesk" pitchFamily="2" charset="0"/>
                <a:ea typeface="Inter" panose="02000503000000020004" pitchFamily="2" charset="0"/>
                <a:cs typeface="Space Grotesk" pitchFamily="2" charset="0"/>
                <a:sym typeface="Archivo"/>
              </a:rPr>
              <a:t>98451 88698</a:t>
            </a:r>
            <a:br>
              <a:rPr kumimoji="0" lang="e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pace Grotesk" pitchFamily="2" charset="0"/>
                <a:ea typeface="Inter" panose="02000503000000020004" pitchFamily="2" charset="0"/>
                <a:cs typeface="Space Grotesk" pitchFamily="2" charset="0"/>
                <a:sym typeface="Archivo"/>
              </a:rPr>
            </a:br>
            <a:r>
              <a:rPr kumimoji="0" lang="e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pace Grotesk" pitchFamily="2" charset="0"/>
                <a:ea typeface="Inter" panose="02000503000000020004" pitchFamily="2" charset="0"/>
                <a:cs typeface="Space Grotesk" pitchFamily="2" charset="0"/>
                <a:sym typeface="Archivo"/>
              </a:rPr>
              <a:t>(+91)  </a:t>
            </a:r>
            <a:r>
              <a:rPr kumimoji="0" lang="e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pace Grotesk" pitchFamily="2" charset="0"/>
                <a:ea typeface="Inter" panose="02000503000000020004" pitchFamily="2" charset="0"/>
                <a:cs typeface="Space Grotesk" pitchFamily="2" charset="0"/>
                <a:sym typeface="Archivo"/>
              </a:rPr>
              <a:t>80 4663 2433</a:t>
            </a:r>
          </a:p>
        </p:txBody>
      </p:sp>
      <p:sp>
        <p:nvSpPr>
          <p:cNvPr id="7" name="Google Shape;66;p14">
            <a:extLst>
              <a:ext uri="{FF2B5EF4-FFF2-40B4-BE49-F238E27FC236}">
                <a16:creationId xmlns:a16="http://schemas.microsoft.com/office/drawing/2014/main" id="{66A5B678-9562-540D-CD41-447BDA5F59C6}"/>
              </a:ext>
            </a:extLst>
          </p:cNvPr>
          <p:cNvSpPr txBox="1"/>
          <p:nvPr/>
        </p:nvSpPr>
        <p:spPr>
          <a:xfrm>
            <a:off x="3998638" y="2598249"/>
            <a:ext cx="2160861" cy="759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964" tIns="98964" rIns="98964" bIns="98964" anchor="t" anchorCtr="0">
            <a:noAutofit/>
          </a:bodyPr>
          <a:lstStyle/>
          <a:p>
            <a:pPr>
              <a:lnSpc>
                <a:spcPct val="115000"/>
              </a:lnSpc>
            </a:pPr>
            <a:r>
              <a:rPr lang="en-US" sz="1400" dirty="0">
                <a:solidFill>
                  <a:schemeClr val="tx1"/>
                </a:solidFill>
                <a:latin typeface="Plus Jakarta Sans" pitchFamily="2" charset="0"/>
                <a:ea typeface="Inter" panose="02000503000000020004" pitchFamily="2" charset="0"/>
                <a:cs typeface="Plus Jakarta Sans" pitchFamily="2" charset="0"/>
                <a:sym typeface="Roboto Medium"/>
              </a:rPr>
              <a:t>4, Bellary Road, 12 KM, </a:t>
            </a:r>
            <a:r>
              <a:rPr lang="en-US" sz="1400" dirty="0" err="1">
                <a:solidFill>
                  <a:schemeClr val="tx1"/>
                </a:solidFill>
                <a:latin typeface="Plus Jakarta Sans" pitchFamily="2" charset="0"/>
                <a:ea typeface="Inter" panose="02000503000000020004" pitchFamily="2" charset="0"/>
                <a:cs typeface="Plus Jakarta Sans" pitchFamily="2" charset="0"/>
                <a:sym typeface="Roboto Medium"/>
              </a:rPr>
              <a:t>Jakkur</a:t>
            </a:r>
            <a:r>
              <a:rPr lang="en-US" sz="1400" dirty="0">
                <a:solidFill>
                  <a:schemeClr val="tx1"/>
                </a:solidFill>
                <a:latin typeface="Plus Jakarta Sans" pitchFamily="2" charset="0"/>
                <a:ea typeface="Inter" panose="02000503000000020004" pitchFamily="2" charset="0"/>
                <a:cs typeface="Plus Jakarta Sans" pitchFamily="2" charset="0"/>
                <a:sym typeface="Roboto Medium"/>
              </a:rPr>
              <a:t>, Bangalore</a:t>
            </a:r>
          </a:p>
          <a:p>
            <a:pPr>
              <a:lnSpc>
                <a:spcPct val="115000"/>
              </a:lnSpc>
            </a:pPr>
            <a:r>
              <a:rPr lang="en-US" sz="1400" dirty="0">
                <a:solidFill>
                  <a:schemeClr val="tx1"/>
                </a:solidFill>
                <a:latin typeface="Plus Jakarta Sans" pitchFamily="2" charset="0"/>
                <a:ea typeface="Inter" panose="02000503000000020004" pitchFamily="2" charset="0"/>
                <a:cs typeface="Plus Jakarta Sans" pitchFamily="2" charset="0"/>
                <a:sym typeface="Roboto Medium"/>
              </a:rPr>
              <a:t>560064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E82C840-CEE7-5178-3BB1-0DB80BACC604}"/>
              </a:ext>
            </a:extLst>
          </p:cNvPr>
          <p:cNvCxnSpPr>
            <a:cxnSpLocks/>
          </p:cNvCxnSpPr>
          <p:nvPr/>
        </p:nvCxnSpPr>
        <p:spPr>
          <a:xfrm flipV="1">
            <a:off x="3773579" y="2628630"/>
            <a:ext cx="0" cy="861330"/>
          </a:xfrm>
          <a:prstGeom prst="line">
            <a:avLst/>
          </a:prstGeom>
          <a:ln w="4191"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FBBA3D5-6771-74E6-0864-191337650D49}"/>
              </a:ext>
            </a:extLst>
          </p:cNvPr>
          <p:cNvCxnSpPr>
            <a:cxnSpLocks/>
          </p:cNvCxnSpPr>
          <p:nvPr/>
        </p:nvCxnSpPr>
        <p:spPr>
          <a:xfrm flipH="1">
            <a:off x="660400" y="2628630"/>
            <a:ext cx="5228075" cy="0"/>
          </a:xfrm>
          <a:prstGeom prst="line">
            <a:avLst/>
          </a:prstGeom>
          <a:ln w="4191"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Graphic 3">
            <a:extLst>
              <a:ext uri="{FF2B5EF4-FFF2-40B4-BE49-F238E27FC236}">
                <a16:creationId xmlns:a16="http://schemas.microsoft.com/office/drawing/2014/main" id="{8F48014D-378D-D771-34B1-227285636D7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98639" y="258351"/>
            <a:ext cx="1943374" cy="194337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D0EEEE5-0F1E-44D0-9913-5BA333417CBC}"/>
              </a:ext>
            </a:extLst>
          </p:cNvPr>
          <p:cNvSpPr txBox="1"/>
          <p:nvPr/>
        </p:nvSpPr>
        <p:spPr>
          <a:xfrm>
            <a:off x="4664929" y="1980406"/>
            <a:ext cx="1178711" cy="31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" sz="1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Plus Jakarta Sans" pitchFamily="2" charset="0"/>
                <a:ea typeface="Inter" panose="02000503000000020004" pitchFamily="2" charset="0"/>
                <a:cs typeface="Plus Jakarta Sans" pitchFamily="2" charset="0"/>
                <a:sym typeface="Archivo"/>
              </a:rPr>
              <a:t>ariviti.com</a:t>
            </a:r>
          </a:p>
        </p:txBody>
      </p:sp>
    </p:spTree>
    <p:extLst>
      <p:ext uri="{BB962C8B-B14F-4D97-AF65-F5344CB8AC3E}">
        <p14:creationId xmlns:p14="http://schemas.microsoft.com/office/powerpoint/2010/main" val="39171061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4D1C"/>
        </a:solidFill>
        <a:effectLst/>
      </p:bgPr>
    </p:bg>
    <p:spTree>
      <p:nvGrpSpPr>
        <p:cNvPr id="1" name="Shape 73">
          <a:extLst>
            <a:ext uri="{FF2B5EF4-FFF2-40B4-BE49-F238E27FC236}">
              <a16:creationId xmlns:a16="http://schemas.microsoft.com/office/drawing/2014/main" id="{AAF7F5E4-AB25-BCB2-D509-0F4CE0A498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F4B15B75-9252-F811-DA50-0D121237DEB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82391" y="1505519"/>
            <a:ext cx="2515392" cy="949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9584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73">
          <a:extLst>
            <a:ext uri="{FF2B5EF4-FFF2-40B4-BE49-F238E27FC236}">
              <a16:creationId xmlns:a16="http://schemas.microsoft.com/office/drawing/2014/main" id="{28699693-3A73-5C44-E4FC-2F2FB92108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063865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>
            <a:alpha val="0"/>
          </a:srgbClr>
        </a:solidFill>
        <a:effectLst/>
      </p:bgPr>
    </p:bg>
    <p:spTree>
      <p:nvGrpSpPr>
        <p:cNvPr id="1" name="Shape 73">
          <a:extLst>
            <a:ext uri="{FF2B5EF4-FFF2-40B4-BE49-F238E27FC236}">
              <a16:creationId xmlns:a16="http://schemas.microsoft.com/office/drawing/2014/main" id="{D7238FEC-0E24-061F-C48F-E32B505CCE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66;p14">
            <a:extLst>
              <a:ext uri="{FF2B5EF4-FFF2-40B4-BE49-F238E27FC236}">
                <a16:creationId xmlns:a16="http://schemas.microsoft.com/office/drawing/2014/main" id="{5050081B-255A-BE1A-0BC3-F6A3A1196AC4}"/>
              </a:ext>
            </a:extLst>
          </p:cNvPr>
          <p:cNvSpPr txBox="1"/>
          <p:nvPr/>
        </p:nvSpPr>
        <p:spPr>
          <a:xfrm>
            <a:off x="761999" y="1991530"/>
            <a:ext cx="2821143" cy="759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964" tIns="98964" rIns="98964" bIns="98964" anchor="b" anchorCtr="0">
            <a:noAutofit/>
          </a:bodyPr>
          <a:lstStyle/>
          <a:p>
            <a:pPr>
              <a:lnSpc>
                <a:spcPct val="115000"/>
              </a:lnSpc>
            </a:pPr>
            <a:r>
              <a:rPr lang="en" sz="2200" dirty="0">
                <a:solidFill>
                  <a:schemeClr val="tx1"/>
                </a:solidFill>
                <a:latin typeface="Space Grotesk" pitchFamily="2" charset="0"/>
                <a:ea typeface="Inter" panose="02000503000000020004" pitchFamily="2" charset="0"/>
                <a:cs typeface="Space Grotesk" pitchFamily="2" charset="0"/>
                <a:sym typeface="Archivo SemiBold"/>
              </a:rPr>
              <a:t>RAJ</a:t>
            </a:r>
            <a:r>
              <a:rPr lang="en" sz="2200" b="1" dirty="0">
                <a:solidFill>
                  <a:schemeClr val="tx1"/>
                </a:solidFill>
                <a:latin typeface="Space Grotesk" pitchFamily="2" charset="0"/>
                <a:ea typeface="Inter" panose="02000503000000020004" pitchFamily="2" charset="0"/>
                <a:cs typeface="Space Grotesk" pitchFamily="2" charset="0"/>
                <a:sym typeface="Archivo"/>
              </a:rPr>
              <a:t> </a:t>
            </a:r>
            <a:r>
              <a:rPr lang="en" sz="2200" dirty="0">
                <a:solidFill>
                  <a:schemeClr val="tx1"/>
                </a:solidFill>
                <a:latin typeface="Space Grotesk" pitchFamily="2" charset="0"/>
                <a:ea typeface="Inter" panose="02000503000000020004" pitchFamily="2" charset="0"/>
                <a:cs typeface="Space Grotesk" pitchFamily="2" charset="0"/>
                <a:sym typeface="Archivo Light"/>
              </a:rPr>
              <a:t>KESARIMALL.</a:t>
            </a:r>
            <a:endParaRPr sz="2200" dirty="0">
              <a:solidFill>
                <a:schemeClr val="tx1"/>
              </a:solidFill>
              <a:latin typeface="Space Grotesk" pitchFamily="2" charset="0"/>
              <a:ea typeface="Inter" panose="02000503000000020004" pitchFamily="2" charset="0"/>
              <a:cs typeface="Space Grotesk" pitchFamily="2" charset="0"/>
              <a:sym typeface="Archivo"/>
            </a:endParaRPr>
          </a:p>
          <a:p>
            <a:pPr>
              <a:lnSpc>
                <a:spcPct val="115000"/>
              </a:lnSpc>
            </a:pPr>
            <a:r>
              <a:rPr lang="en" sz="1600" dirty="0">
                <a:solidFill>
                  <a:schemeClr val="tx1"/>
                </a:solidFill>
                <a:latin typeface="Space Grotesk" pitchFamily="2" charset="0"/>
                <a:ea typeface="Inter" panose="02000503000000020004" pitchFamily="2" charset="0"/>
                <a:cs typeface="Space Grotesk" pitchFamily="2" charset="0"/>
                <a:sym typeface="Archivo"/>
              </a:rPr>
              <a:t>Director</a:t>
            </a:r>
          </a:p>
        </p:txBody>
      </p:sp>
      <p:sp>
        <p:nvSpPr>
          <p:cNvPr id="5" name="Google Shape;90;p13">
            <a:extLst>
              <a:ext uri="{FF2B5EF4-FFF2-40B4-BE49-F238E27FC236}">
                <a16:creationId xmlns:a16="http://schemas.microsoft.com/office/drawing/2014/main" id="{3C919C69-01C7-2BB4-99C0-DBE5F15627AE}"/>
              </a:ext>
            </a:extLst>
          </p:cNvPr>
          <p:cNvSpPr txBox="1"/>
          <p:nvPr/>
        </p:nvSpPr>
        <p:spPr>
          <a:xfrm>
            <a:off x="282683" y="455161"/>
            <a:ext cx="3372395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b="1" i="0" u="none" strike="noStrike" cap="none" dirty="0">
                <a:solidFill>
                  <a:srgbClr val="8A6914"/>
                </a:solidFill>
                <a:latin typeface="Plus Jakarta Sans" pitchFamily="2" charset="0"/>
                <a:ea typeface="Inter"/>
                <a:cs typeface="Plus Jakarta Sans" pitchFamily="2" charset="0"/>
                <a:sym typeface="Inter"/>
              </a:rPr>
              <a:t>ARIVITI</a:t>
            </a:r>
            <a:endParaRPr sz="5000" dirty="0">
              <a:solidFill>
                <a:srgbClr val="8A6914"/>
              </a:solidFill>
              <a:latin typeface="Plus Jakarta Sans" pitchFamily="2" charset="0"/>
              <a:cs typeface="Plus Jakarta Sans" pitchFamily="2" charset="0"/>
            </a:endParaRPr>
          </a:p>
        </p:txBody>
      </p:sp>
      <p:sp>
        <p:nvSpPr>
          <p:cNvPr id="8" name="Google Shape;66;p14">
            <a:extLst>
              <a:ext uri="{FF2B5EF4-FFF2-40B4-BE49-F238E27FC236}">
                <a16:creationId xmlns:a16="http://schemas.microsoft.com/office/drawing/2014/main" id="{72606D2E-64A9-9E62-8C6E-472A79860E57}"/>
              </a:ext>
            </a:extLst>
          </p:cNvPr>
          <p:cNvSpPr txBox="1"/>
          <p:nvPr/>
        </p:nvSpPr>
        <p:spPr>
          <a:xfrm>
            <a:off x="812799" y="2722289"/>
            <a:ext cx="3338240" cy="759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964" tIns="98964" rIns="98964" bIns="98964" anchor="t" anchorCtr="0">
            <a:noAutofit/>
          </a:bodyPr>
          <a:lstStyle/>
          <a:p>
            <a:pPr>
              <a:lnSpc>
                <a:spcPct val="115000"/>
              </a:lnSpc>
            </a:pPr>
            <a:r>
              <a:rPr lang="en-US" sz="1400" dirty="0">
                <a:solidFill>
                  <a:schemeClr val="tx1"/>
                </a:solidFill>
                <a:latin typeface="Space Grotesk" pitchFamily="2" charset="0"/>
                <a:ea typeface="Inter" panose="02000503000000020004" pitchFamily="2" charset="0"/>
                <a:cs typeface="Space Grotesk" pitchFamily="2" charset="0"/>
                <a:sym typeface="Roboto Medium"/>
              </a:rPr>
              <a:t>raj.kesarimall@ariviti.com</a:t>
            </a:r>
            <a:endParaRPr sz="700" dirty="0">
              <a:solidFill>
                <a:schemeClr val="tx1"/>
              </a:solidFill>
              <a:latin typeface="Space Grotesk" pitchFamily="2" charset="0"/>
              <a:ea typeface="Inter" panose="02000503000000020004" pitchFamily="2" charset="0"/>
              <a:cs typeface="Space Grotesk" pitchFamily="2" charset="0"/>
              <a:sym typeface="Archivo"/>
            </a:endParaRPr>
          </a:p>
          <a:p>
            <a:pPr>
              <a:lnSpc>
                <a:spcPct val="115000"/>
              </a:lnSpc>
            </a:pPr>
            <a:r>
              <a:rPr lang="en" sz="1100" dirty="0">
                <a:solidFill>
                  <a:schemeClr val="tx1"/>
                </a:solidFill>
                <a:latin typeface="Space Grotesk" pitchFamily="2" charset="0"/>
                <a:ea typeface="Inter" panose="02000503000000020004" pitchFamily="2" charset="0"/>
                <a:cs typeface="Space Grotesk" pitchFamily="2" charset="0"/>
                <a:sym typeface="Archivo"/>
              </a:rPr>
              <a:t>(+44)  </a:t>
            </a:r>
            <a:r>
              <a:rPr lang="en" sz="1400" dirty="0">
                <a:solidFill>
                  <a:schemeClr val="tx1"/>
                </a:solidFill>
                <a:latin typeface="Space Grotesk" pitchFamily="2" charset="0"/>
                <a:ea typeface="Inter" panose="02000503000000020004" pitchFamily="2" charset="0"/>
                <a:cs typeface="Space Grotesk" pitchFamily="2" charset="0"/>
                <a:sym typeface="Archivo"/>
              </a:rPr>
              <a:t>7939 645 000</a:t>
            </a:r>
          </a:p>
          <a:p>
            <a:pPr>
              <a:lnSpc>
                <a:spcPct val="115000"/>
              </a:lnSpc>
            </a:pPr>
            <a:r>
              <a:rPr lang="en" sz="1100" dirty="0">
                <a:latin typeface="Space Grotesk" pitchFamily="2" charset="0"/>
                <a:ea typeface="Inter" panose="02000503000000020004" pitchFamily="2" charset="0"/>
                <a:cs typeface="Space Grotesk" pitchFamily="2" charset="0"/>
                <a:sym typeface="Archivo"/>
              </a:rPr>
              <a:t>(+91)  </a:t>
            </a:r>
            <a:r>
              <a:rPr lang="en" sz="1400" dirty="0">
                <a:latin typeface="Space Grotesk" pitchFamily="2" charset="0"/>
                <a:ea typeface="Inter" panose="02000503000000020004" pitchFamily="2" charset="0"/>
                <a:cs typeface="Space Grotesk" pitchFamily="2" charset="0"/>
                <a:sym typeface="Archivo"/>
              </a:rPr>
              <a:t>9845 009 881</a:t>
            </a:r>
            <a:endParaRPr lang="en" sz="1400" dirty="0">
              <a:solidFill>
                <a:schemeClr val="tx1"/>
              </a:solidFill>
              <a:latin typeface="Space Grotesk" pitchFamily="2" charset="0"/>
              <a:ea typeface="Inter" panose="02000503000000020004" pitchFamily="2" charset="0"/>
              <a:cs typeface="Space Grotesk" pitchFamily="2" charset="0"/>
              <a:sym typeface="Archivo"/>
            </a:endParaRPr>
          </a:p>
        </p:txBody>
      </p:sp>
      <p:sp>
        <p:nvSpPr>
          <p:cNvPr id="12" name="Google Shape;66;p14">
            <a:extLst>
              <a:ext uri="{FF2B5EF4-FFF2-40B4-BE49-F238E27FC236}">
                <a16:creationId xmlns:a16="http://schemas.microsoft.com/office/drawing/2014/main" id="{CEF9F072-F7D3-49D7-595A-E883668ECBFF}"/>
              </a:ext>
            </a:extLst>
          </p:cNvPr>
          <p:cNvSpPr txBox="1"/>
          <p:nvPr/>
        </p:nvSpPr>
        <p:spPr>
          <a:xfrm rot="16200000">
            <a:off x="4432185" y="1934886"/>
            <a:ext cx="2224244" cy="751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964" tIns="98964" rIns="98964" bIns="98964" anchor="b" anchorCtr="0">
            <a:noAutofit/>
          </a:bodyPr>
          <a:lstStyle/>
          <a:p>
            <a:pPr>
              <a:lnSpc>
                <a:spcPct val="115000"/>
              </a:lnSpc>
            </a:pPr>
            <a:r>
              <a:rPr lang="en-US" sz="2400" dirty="0">
                <a:solidFill>
                  <a:schemeClr val="tx1"/>
                </a:solidFill>
                <a:latin typeface="Space Grotesk" pitchFamily="2" charset="0"/>
                <a:ea typeface="Roboto Medium" panose="02000000000000000000" pitchFamily="2" charset="0"/>
                <a:cs typeface="Space Grotesk" pitchFamily="2" charset="0"/>
                <a:sym typeface="Roboto Medium"/>
              </a:rPr>
              <a:t>ariviti.com </a:t>
            </a:r>
          </a:p>
          <a:p>
            <a:pPr>
              <a:lnSpc>
                <a:spcPct val="115000"/>
              </a:lnSpc>
            </a:pPr>
            <a:r>
              <a:rPr lang="en-US" sz="1400" dirty="0">
                <a:solidFill>
                  <a:schemeClr val="tx1"/>
                </a:solidFill>
                <a:latin typeface="Space Grotesk" pitchFamily="2" charset="0"/>
                <a:ea typeface="Roboto Medium" panose="02000000000000000000" pitchFamily="2" charset="0"/>
                <a:cs typeface="Space Grotesk" pitchFamily="2" charset="0"/>
                <a:sym typeface="Roboto Medium"/>
              </a:rPr>
              <a:t>The AI Sherpas</a:t>
            </a:r>
            <a:endParaRPr sz="1400" dirty="0">
              <a:solidFill>
                <a:schemeClr val="tx1"/>
              </a:solidFill>
              <a:latin typeface="Space Grotesk" pitchFamily="2" charset="0"/>
              <a:ea typeface="Roboto Medium" panose="02000000000000000000" pitchFamily="2" charset="0"/>
              <a:cs typeface="Space Grotesk" pitchFamily="2" charset="0"/>
              <a:sym typeface="Archivo"/>
            </a:endParaRPr>
          </a:p>
        </p:txBody>
      </p:sp>
      <p:sp>
        <p:nvSpPr>
          <p:cNvPr id="15" name="Google Shape;66;p14">
            <a:extLst>
              <a:ext uri="{FF2B5EF4-FFF2-40B4-BE49-F238E27FC236}">
                <a16:creationId xmlns:a16="http://schemas.microsoft.com/office/drawing/2014/main" id="{7FDAD3B2-752D-528D-6C47-3857B15C2C64}"/>
              </a:ext>
            </a:extLst>
          </p:cNvPr>
          <p:cNvSpPr txBox="1"/>
          <p:nvPr/>
        </p:nvSpPr>
        <p:spPr>
          <a:xfrm>
            <a:off x="457420" y="1080162"/>
            <a:ext cx="3022917" cy="431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964" tIns="98964" rIns="98964" bIns="98964" anchor="b" anchorCtr="0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n-US" sz="1020" dirty="0">
                <a:solidFill>
                  <a:schemeClr val="tx1"/>
                </a:solidFill>
                <a:latin typeface="Space Grotesk" pitchFamily="2" charset="0"/>
                <a:ea typeface="Roboto Medium" panose="02000000000000000000" pitchFamily="2" charset="0"/>
                <a:cs typeface="Space Grotesk" pitchFamily="2" charset="0"/>
                <a:sym typeface="Roboto Medium"/>
              </a:rPr>
              <a:t>HUMAN INTELLIGENCE . AI AMPLIFIED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F286D51-1370-E228-79FB-25E886CE0A18}"/>
              </a:ext>
            </a:extLst>
          </p:cNvPr>
          <p:cNvCxnSpPr>
            <a:cxnSpLocks/>
          </p:cNvCxnSpPr>
          <p:nvPr/>
        </p:nvCxnSpPr>
        <p:spPr>
          <a:xfrm flipH="1">
            <a:off x="812800" y="2750550"/>
            <a:ext cx="2647950" cy="0"/>
          </a:xfrm>
          <a:prstGeom prst="line">
            <a:avLst/>
          </a:prstGeom>
          <a:ln w="4191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37BD62D8-F413-571A-C584-0FA29DD2D36D}"/>
              </a:ext>
            </a:extLst>
          </p:cNvPr>
          <p:cNvCxnSpPr>
            <a:cxnSpLocks/>
          </p:cNvCxnSpPr>
          <p:nvPr/>
        </p:nvCxnSpPr>
        <p:spPr>
          <a:xfrm flipV="1">
            <a:off x="5168665" y="1758950"/>
            <a:ext cx="0" cy="1663700"/>
          </a:xfrm>
          <a:prstGeom prst="line">
            <a:avLst/>
          </a:prstGeom>
          <a:ln w="4191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B2FAE536-8E18-F94F-D316-6D0BE3CE75E7}"/>
              </a:ext>
            </a:extLst>
          </p:cNvPr>
          <p:cNvCxnSpPr>
            <a:cxnSpLocks/>
          </p:cNvCxnSpPr>
          <p:nvPr/>
        </p:nvCxnSpPr>
        <p:spPr>
          <a:xfrm flipV="1">
            <a:off x="5907014" y="1758950"/>
            <a:ext cx="0" cy="1663700"/>
          </a:xfrm>
          <a:prstGeom prst="line">
            <a:avLst/>
          </a:prstGeom>
          <a:ln w="4191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71649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>
            <a:alpha val="0"/>
          </a:srgbClr>
        </a:solidFill>
        <a:effectLst/>
      </p:bgPr>
    </p:bg>
    <p:spTree>
      <p:nvGrpSpPr>
        <p:cNvPr id="1" name="Shape 73">
          <a:extLst>
            <a:ext uri="{FF2B5EF4-FFF2-40B4-BE49-F238E27FC236}">
              <a16:creationId xmlns:a16="http://schemas.microsoft.com/office/drawing/2014/main" id="{8A9835C6-17BC-1720-D3EC-75D367B110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66;p14">
            <a:extLst>
              <a:ext uri="{FF2B5EF4-FFF2-40B4-BE49-F238E27FC236}">
                <a16:creationId xmlns:a16="http://schemas.microsoft.com/office/drawing/2014/main" id="{B09B8800-1243-FD27-9EC6-45E232CD6EBD}"/>
              </a:ext>
            </a:extLst>
          </p:cNvPr>
          <p:cNvSpPr txBox="1"/>
          <p:nvPr/>
        </p:nvSpPr>
        <p:spPr>
          <a:xfrm>
            <a:off x="761999" y="1991530"/>
            <a:ext cx="3550290" cy="759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964" tIns="98964" rIns="98964" bIns="98964" anchor="b" anchorCtr="0">
            <a:noAutofit/>
          </a:bodyPr>
          <a:lstStyle/>
          <a:p>
            <a:pPr>
              <a:lnSpc>
                <a:spcPct val="115000"/>
              </a:lnSpc>
            </a:pPr>
            <a:r>
              <a:rPr lang="en" sz="2200" dirty="0">
                <a:solidFill>
                  <a:schemeClr val="tx1"/>
                </a:solidFill>
                <a:latin typeface="Space Grotesk" pitchFamily="2" charset="0"/>
                <a:ea typeface="Inter" panose="02000503000000020004" pitchFamily="2" charset="0"/>
                <a:cs typeface="Space Grotesk" pitchFamily="2" charset="0"/>
                <a:sym typeface="Archivo SemiBold"/>
              </a:rPr>
              <a:t>SARAVANA</a:t>
            </a:r>
            <a:r>
              <a:rPr lang="en" sz="2200" b="1" dirty="0">
                <a:solidFill>
                  <a:schemeClr val="tx1"/>
                </a:solidFill>
                <a:latin typeface="Space Grotesk" pitchFamily="2" charset="0"/>
                <a:ea typeface="Inter" panose="02000503000000020004" pitchFamily="2" charset="0"/>
                <a:cs typeface="Space Grotesk" pitchFamily="2" charset="0"/>
                <a:sym typeface="Archivo"/>
              </a:rPr>
              <a:t> </a:t>
            </a:r>
            <a:r>
              <a:rPr lang="en" sz="2200" dirty="0">
                <a:solidFill>
                  <a:schemeClr val="tx1"/>
                </a:solidFill>
                <a:latin typeface="Space Grotesk" pitchFamily="2" charset="0"/>
                <a:ea typeface="Inter" panose="02000503000000020004" pitchFamily="2" charset="0"/>
                <a:cs typeface="Space Grotesk" pitchFamily="2" charset="0"/>
                <a:sym typeface="Archivo Light"/>
              </a:rPr>
              <a:t>KUMAR.</a:t>
            </a:r>
            <a:endParaRPr sz="2200" dirty="0">
              <a:solidFill>
                <a:schemeClr val="tx1"/>
              </a:solidFill>
              <a:latin typeface="Space Grotesk" pitchFamily="2" charset="0"/>
              <a:ea typeface="Inter" panose="02000503000000020004" pitchFamily="2" charset="0"/>
              <a:cs typeface="Space Grotesk" pitchFamily="2" charset="0"/>
              <a:sym typeface="Archivo"/>
            </a:endParaRPr>
          </a:p>
          <a:p>
            <a:pPr>
              <a:lnSpc>
                <a:spcPct val="115000"/>
              </a:lnSpc>
            </a:pPr>
            <a:r>
              <a:rPr lang="en" sz="1600" dirty="0">
                <a:solidFill>
                  <a:schemeClr val="tx1"/>
                </a:solidFill>
                <a:latin typeface="Space Grotesk" pitchFamily="2" charset="0"/>
                <a:ea typeface="Inter" panose="02000503000000020004" pitchFamily="2" charset="0"/>
                <a:cs typeface="Space Grotesk" pitchFamily="2" charset="0"/>
                <a:sym typeface="Archivo"/>
              </a:rPr>
              <a:t>Vice President – Key Accounts</a:t>
            </a:r>
          </a:p>
        </p:txBody>
      </p:sp>
      <p:sp>
        <p:nvSpPr>
          <p:cNvPr id="8" name="Google Shape;66;p14">
            <a:extLst>
              <a:ext uri="{FF2B5EF4-FFF2-40B4-BE49-F238E27FC236}">
                <a16:creationId xmlns:a16="http://schemas.microsoft.com/office/drawing/2014/main" id="{2E16BC38-E1B0-4513-5C00-F8D2017B13ED}"/>
              </a:ext>
            </a:extLst>
          </p:cNvPr>
          <p:cNvSpPr txBox="1"/>
          <p:nvPr/>
        </p:nvSpPr>
        <p:spPr>
          <a:xfrm>
            <a:off x="812799" y="2722289"/>
            <a:ext cx="3338240" cy="759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964" tIns="98964" rIns="98964" bIns="98964" anchor="t" anchorCtr="0">
            <a:noAutofit/>
          </a:bodyPr>
          <a:lstStyle/>
          <a:p>
            <a:pPr>
              <a:lnSpc>
                <a:spcPct val="115000"/>
              </a:lnSpc>
            </a:pPr>
            <a:r>
              <a:rPr lang="en-US" sz="1400" dirty="0">
                <a:solidFill>
                  <a:schemeClr val="tx1"/>
                </a:solidFill>
                <a:latin typeface="Space Grotesk" pitchFamily="2" charset="0"/>
                <a:ea typeface="Inter" panose="02000503000000020004" pitchFamily="2" charset="0"/>
                <a:cs typeface="Space Grotesk" pitchFamily="2" charset="0"/>
                <a:sym typeface="Roboto Medium"/>
              </a:rPr>
              <a:t>saravana.kumar@ariviti.com</a:t>
            </a:r>
            <a:endParaRPr sz="700" dirty="0">
              <a:solidFill>
                <a:schemeClr val="tx1"/>
              </a:solidFill>
              <a:latin typeface="Space Grotesk" pitchFamily="2" charset="0"/>
              <a:ea typeface="Inter" panose="02000503000000020004" pitchFamily="2" charset="0"/>
              <a:cs typeface="Space Grotesk" pitchFamily="2" charset="0"/>
              <a:sym typeface="Archivo"/>
            </a:endParaRPr>
          </a:p>
          <a:p>
            <a:pPr>
              <a:lnSpc>
                <a:spcPct val="115000"/>
              </a:lnSpc>
            </a:pPr>
            <a:r>
              <a:rPr lang="en" sz="1100" dirty="0">
                <a:solidFill>
                  <a:schemeClr val="tx1"/>
                </a:solidFill>
                <a:latin typeface="Space Grotesk" pitchFamily="2" charset="0"/>
                <a:ea typeface="Inter" panose="02000503000000020004" pitchFamily="2" charset="0"/>
                <a:cs typeface="Space Grotesk" pitchFamily="2" charset="0"/>
                <a:sym typeface="Archivo"/>
              </a:rPr>
              <a:t>(+44)  </a:t>
            </a:r>
            <a:r>
              <a:rPr lang="en" sz="1400" dirty="0">
                <a:solidFill>
                  <a:schemeClr val="tx1"/>
                </a:solidFill>
                <a:latin typeface="Space Grotesk" pitchFamily="2" charset="0"/>
                <a:ea typeface="Inter" panose="02000503000000020004" pitchFamily="2" charset="0"/>
                <a:cs typeface="Space Grotesk" pitchFamily="2" charset="0"/>
                <a:sym typeface="Archivo"/>
              </a:rPr>
              <a:t>7787 535 948</a:t>
            </a:r>
          </a:p>
        </p:txBody>
      </p:sp>
      <p:sp>
        <p:nvSpPr>
          <p:cNvPr id="12" name="Google Shape;66;p14">
            <a:extLst>
              <a:ext uri="{FF2B5EF4-FFF2-40B4-BE49-F238E27FC236}">
                <a16:creationId xmlns:a16="http://schemas.microsoft.com/office/drawing/2014/main" id="{0CB4AD2F-3A63-2B04-38F6-256986134AFF}"/>
              </a:ext>
            </a:extLst>
          </p:cNvPr>
          <p:cNvSpPr txBox="1"/>
          <p:nvPr/>
        </p:nvSpPr>
        <p:spPr>
          <a:xfrm rot="16200000">
            <a:off x="4432185" y="1934886"/>
            <a:ext cx="2224244" cy="751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964" tIns="98964" rIns="98964" bIns="98964" anchor="b" anchorCtr="0">
            <a:noAutofit/>
          </a:bodyPr>
          <a:lstStyle/>
          <a:p>
            <a:pPr>
              <a:lnSpc>
                <a:spcPct val="115000"/>
              </a:lnSpc>
            </a:pPr>
            <a:r>
              <a:rPr lang="en-US" sz="2400" dirty="0">
                <a:solidFill>
                  <a:schemeClr val="tx1"/>
                </a:solidFill>
                <a:latin typeface="Space Grotesk" pitchFamily="2" charset="0"/>
                <a:ea typeface="Roboto Medium" panose="02000000000000000000" pitchFamily="2" charset="0"/>
                <a:cs typeface="Space Grotesk" pitchFamily="2" charset="0"/>
                <a:sym typeface="Roboto Medium"/>
              </a:rPr>
              <a:t>ariviti.com </a:t>
            </a:r>
          </a:p>
          <a:p>
            <a:pPr>
              <a:lnSpc>
                <a:spcPct val="115000"/>
              </a:lnSpc>
            </a:pPr>
            <a:r>
              <a:rPr lang="en-US" sz="1400" dirty="0">
                <a:solidFill>
                  <a:schemeClr val="tx1"/>
                </a:solidFill>
                <a:latin typeface="Space Grotesk" pitchFamily="2" charset="0"/>
                <a:ea typeface="Roboto Medium" panose="02000000000000000000" pitchFamily="2" charset="0"/>
                <a:cs typeface="Space Grotesk" pitchFamily="2" charset="0"/>
                <a:sym typeface="Roboto Medium"/>
              </a:rPr>
              <a:t>The AI Sherpas</a:t>
            </a:r>
            <a:endParaRPr sz="1400" dirty="0">
              <a:solidFill>
                <a:schemeClr val="tx1"/>
              </a:solidFill>
              <a:latin typeface="Space Grotesk" pitchFamily="2" charset="0"/>
              <a:ea typeface="Roboto Medium" panose="02000000000000000000" pitchFamily="2" charset="0"/>
              <a:cs typeface="Space Grotesk" pitchFamily="2" charset="0"/>
              <a:sym typeface="Archivo"/>
            </a:endParaRPr>
          </a:p>
        </p:txBody>
      </p:sp>
      <p:sp>
        <p:nvSpPr>
          <p:cNvPr id="15" name="Google Shape;66;p14">
            <a:extLst>
              <a:ext uri="{FF2B5EF4-FFF2-40B4-BE49-F238E27FC236}">
                <a16:creationId xmlns:a16="http://schemas.microsoft.com/office/drawing/2014/main" id="{4D143E6F-CA01-E621-E47E-917D61D9BBAA}"/>
              </a:ext>
            </a:extLst>
          </p:cNvPr>
          <p:cNvSpPr txBox="1"/>
          <p:nvPr/>
        </p:nvSpPr>
        <p:spPr>
          <a:xfrm>
            <a:off x="457420" y="1080162"/>
            <a:ext cx="3022917" cy="431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964" tIns="98964" rIns="98964" bIns="98964" anchor="b" anchorCtr="0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n-US" sz="1020" dirty="0">
                <a:solidFill>
                  <a:schemeClr val="tx1"/>
                </a:solidFill>
                <a:latin typeface="Space Grotesk" pitchFamily="2" charset="0"/>
                <a:ea typeface="Roboto Medium" panose="02000000000000000000" pitchFamily="2" charset="0"/>
                <a:cs typeface="Space Grotesk" pitchFamily="2" charset="0"/>
                <a:sym typeface="Roboto Medium"/>
              </a:rPr>
              <a:t>HUMAN INTELLIGENCE . AI AMPLIFIED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65B9AC9-46CB-32A5-7204-D11861616388}"/>
              </a:ext>
            </a:extLst>
          </p:cNvPr>
          <p:cNvCxnSpPr>
            <a:cxnSpLocks/>
          </p:cNvCxnSpPr>
          <p:nvPr/>
        </p:nvCxnSpPr>
        <p:spPr>
          <a:xfrm flipH="1">
            <a:off x="812800" y="2750550"/>
            <a:ext cx="2647950" cy="0"/>
          </a:xfrm>
          <a:prstGeom prst="line">
            <a:avLst/>
          </a:prstGeom>
          <a:ln w="4191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03666A15-1A26-FD4A-9F18-2A52006E574C}"/>
              </a:ext>
            </a:extLst>
          </p:cNvPr>
          <p:cNvCxnSpPr>
            <a:cxnSpLocks/>
          </p:cNvCxnSpPr>
          <p:nvPr/>
        </p:nvCxnSpPr>
        <p:spPr>
          <a:xfrm flipV="1">
            <a:off x="5168665" y="1758950"/>
            <a:ext cx="0" cy="1663700"/>
          </a:xfrm>
          <a:prstGeom prst="line">
            <a:avLst/>
          </a:prstGeom>
          <a:ln w="4191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6E851D70-A348-B79D-0209-049C4C510A3E}"/>
              </a:ext>
            </a:extLst>
          </p:cNvPr>
          <p:cNvCxnSpPr>
            <a:cxnSpLocks/>
          </p:cNvCxnSpPr>
          <p:nvPr/>
        </p:nvCxnSpPr>
        <p:spPr>
          <a:xfrm flipV="1">
            <a:off x="5907014" y="1758950"/>
            <a:ext cx="0" cy="1663700"/>
          </a:xfrm>
          <a:prstGeom prst="line">
            <a:avLst/>
          </a:prstGeom>
          <a:ln w="4191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Google Shape;90;p13">
            <a:extLst>
              <a:ext uri="{FF2B5EF4-FFF2-40B4-BE49-F238E27FC236}">
                <a16:creationId xmlns:a16="http://schemas.microsoft.com/office/drawing/2014/main" id="{DB29A285-420A-D069-BD06-BD46A81AE6DE}"/>
              </a:ext>
            </a:extLst>
          </p:cNvPr>
          <p:cNvSpPr txBox="1"/>
          <p:nvPr/>
        </p:nvSpPr>
        <p:spPr>
          <a:xfrm>
            <a:off x="282683" y="455161"/>
            <a:ext cx="3372395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b="1" i="0" u="none" strike="noStrike" cap="none" dirty="0">
                <a:solidFill>
                  <a:srgbClr val="8A6914"/>
                </a:solidFill>
                <a:latin typeface="Plus Jakarta Sans" pitchFamily="2" charset="0"/>
                <a:ea typeface="Inter"/>
                <a:cs typeface="Plus Jakarta Sans" pitchFamily="2" charset="0"/>
                <a:sym typeface="Inter"/>
              </a:rPr>
              <a:t>ARIVITI</a:t>
            </a:r>
            <a:endParaRPr sz="5000" dirty="0">
              <a:solidFill>
                <a:srgbClr val="8A6914"/>
              </a:solidFill>
              <a:latin typeface="Plus Jakarta Sans" pitchFamily="2" charset="0"/>
              <a:cs typeface="Plus Jakarta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17793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>
            <a:alpha val="0"/>
          </a:srgbClr>
        </a:solidFill>
        <a:effectLst/>
      </p:bgPr>
    </p:bg>
    <p:spTree>
      <p:nvGrpSpPr>
        <p:cNvPr id="1" name="Shape 73">
          <a:extLst>
            <a:ext uri="{FF2B5EF4-FFF2-40B4-BE49-F238E27FC236}">
              <a16:creationId xmlns:a16="http://schemas.microsoft.com/office/drawing/2014/main" id="{79C1D046-8DF2-8671-1DA7-CC9ECD2645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66;p14">
            <a:extLst>
              <a:ext uri="{FF2B5EF4-FFF2-40B4-BE49-F238E27FC236}">
                <a16:creationId xmlns:a16="http://schemas.microsoft.com/office/drawing/2014/main" id="{C87C5F94-5B60-3E87-54EF-7B47C866904A}"/>
              </a:ext>
            </a:extLst>
          </p:cNvPr>
          <p:cNvSpPr txBox="1"/>
          <p:nvPr/>
        </p:nvSpPr>
        <p:spPr>
          <a:xfrm>
            <a:off x="761999" y="1991530"/>
            <a:ext cx="3934446" cy="759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964" tIns="98964" rIns="98964" bIns="98964" anchor="b" anchorCtr="0">
            <a:noAutofit/>
          </a:bodyPr>
          <a:lstStyle/>
          <a:p>
            <a:pPr>
              <a:lnSpc>
                <a:spcPct val="115000"/>
              </a:lnSpc>
            </a:pPr>
            <a:r>
              <a:rPr lang="en" sz="2200" dirty="0">
                <a:solidFill>
                  <a:schemeClr val="tx1"/>
                </a:solidFill>
                <a:latin typeface="Space Grotesk" pitchFamily="2" charset="0"/>
                <a:ea typeface="Inter" panose="02000503000000020004" pitchFamily="2" charset="0"/>
                <a:cs typeface="Space Grotesk" pitchFamily="2" charset="0"/>
                <a:sym typeface="Archivo SemiBold"/>
              </a:rPr>
              <a:t>SRIRAM </a:t>
            </a:r>
            <a:r>
              <a:rPr lang="en" sz="2200" dirty="0">
                <a:solidFill>
                  <a:schemeClr val="tx1"/>
                </a:solidFill>
                <a:latin typeface="Space Grotesk" pitchFamily="2" charset="0"/>
                <a:ea typeface="Inter" panose="02000503000000020004" pitchFamily="2" charset="0"/>
                <a:cs typeface="Space Grotesk" pitchFamily="2" charset="0"/>
                <a:sym typeface="Archivo Light"/>
              </a:rPr>
              <a:t>JEYABHARATHI.</a:t>
            </a:r>
            <a:endParaRPr sz="2200" dirty="0">
              <a:solidFill>
                <a:schemeClr val="tx1"/>
              </a:solidFill>
              <a:latin typeface="Space Grotesk" pitchFamily="2" charset="0"/>
              <a:ea typeface="Inter" panose="02000503000000020004" pitchFamily="2" charset="0"/>
              <a:cs typeface="Space Grotesk" pitchFamily="2" charset="0"/>
              <a:sym typeface="Archivo"/>
            </a:endParaRPr>
          </a:p>
          <a:p>
            <a:pPr>
              <a:lnSpc>
                <a:spcPct val="115000"/>
              </a:lnSpc>
            </a:pPr>
            <a:r>
              <a:rPr lang="en" sz="1600" dirty="0">
                <a:solidFill>
                  <a:schemeClr val="tx1"/>
                </a:solidFill>
                <a:latin typeface="Space Grotesk" pitchFamily="2" charset="0"/>
                <a:ea typeface="Inter" panose="02000503000000020004" pitchFamily="2" charset="0"/>
                <a:cs typeface="Space Grotesk" pitchFamily="2" charset="0"/>
                <a:sym typeface="Archivo"/>
              </a:rPr>
              <a:t>Chief Product &amp; Technology Officer</a:t>
            </a:r>
          </a:p>
        </p:txBody>
      </p:sp>
      <p:sp>
        <p:nvSpPr>
          <p:cNvPr id="8" name="Google Shape;66;p14">
            <a:extLst>
              <a:ext uri="{FF2B5EF4-FFF2-40B4-BE49-F238E27FC236}">
                <a16:creationId xmlns:a16="http://schemas.microsoft.com/office/drawing/2014/main" id="{ED054073-A346-4717-8F8F-1F039BD291B1}"/>
              </a:ext>
            </a:extLst>
          </p:cNvPr>
          <p:cNvSpPr txBox="1"/>
          <p:nvPr/>
        </p:nvSpPr>
        <p:spPr>
          <a:xfrm>
            <a:off x="812800" y="2722289"/>
            <a:ext cx="3699681" cy="759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964" tIns="98964" rIns="98964" bIns="98964" anchor="t" anchorCtr="0">
            <a:noAutofit/>
          </a:bodyPr>
          <a:lstStyle/>
          <a:p>
            <a:pPr>
              <a:lnSpc>
                <a:spcPct val="115000"/>
              </a:lnSpc>
            </a:pPr>
            <a:r>
              <a:rPr lang="en-US" sz="1400" dirty="0">
                <a:solidFill>
                  <a:schemeClr val="tx1"/>
                </a:solidFill>
                <a:latin typeface="Space Grotesk" pitchFamily="2" charset="0"/>
                <a:ea typeface="Inter" panose="02000503000000020004" pitchFamily="2" charset="0"/>
                <a:cs typeface="Space Grotesk" pitchFamily="2" charset="0"/>
                <a:sym typeface="Roboto Medium"/>
              </a:rPr>
              <a:t>sriram.jeyabharathi@ariviti.com</a:t>
            </a:r>
            <a:endParaRPr sz="700" dirty="0">
              <a:solidFill>
                <a:schemeClr val="tx1"/>
              </a:solidFill>
              <a:latin typeface="Space Grotesk" pitchFamily="2" charset="0"/>
              <a:ea typeface="Inter" panose="02000503000000020004" pitchFamily="2" charset="0"/>
              <a:cs typeface="Space Grotesk" pitchFamily="2" charset="0"/>
              <a:sym typeface="Archivo"/>
            </a:endParaRPr>
          </a:p>
          <a:p>
            <a:pPr>
              <a:lnSpc>
                <a:spcPct val="115000"/>
              </a:lnSpc>
            </a:pPr>
            <a:r>
              <a:rPr lang="en" sz="1100" dirty="0">
                <a:latin typeface="Space Grotesk" pitchFamily="2" charset="0"/>
                <a:ea typeface="Inter" panose="02000503000000020004" pitchFamily="2" charset="0"/>
                <a:cs typeface="Space Grotesk" pitchFamily="2" charset="0"/>
                <a:sym typeface="Archivo"/>
              </a:rPr>
              <a:t>(+91)  </a:t>
            </a:r>
            <a:r>
              <a:rPr lang="en" sz="1400" dirty="0">
                <a:latin typeface="Space Grotesk" pitchFamily="2" charset="0"/>
                <a:ea typeface="Inter" panose="02000503000000020004" pitchFamily="2" charset="0"/>
                <a:cs typeface="Space Grotesk" pitchFamily="2" charset="0"/>
                <a:sym typeface="Archivo"/>
              </a:rPr>
              <a:t>961 190 9014</a:t>
            </a:r>
          </a:p>
          <a:p>
            <a:pPr>
              <a:lnSpc>
                <a:spcPct val="115000"/>
              </a:lnSpc>
            </a:pPr>
            <a:r>
              <a:rPr lang="en" sz="1100" dirty="0">
                <a:solidFill>
                  <a:schemeClr val="tx1"/>
                </a:solidFill>
                <a:latin typeface="Space Grotesk" pitchFamily="2" charset="0"/>
                <a:ea typeface="Inter" panose="02000503000000020004" pitchFamily="2" charset="0"/>
                <a:cs typeface="Space Grotesk" pitchFamily="2" charset="0"/>
                <a:sym typeface="Archivo"/>
              </a:rPr>
              <a:t>(+44)  </a:t>
            </a:r>
            <a:r>
              <a:rPr lang="en" sz="1400" dirty="0">
                <a:solidFill>
                  <a:schemeClr val="tx1"/>
                </a:solidFill>
                <a:latin typeface="Space Grotesk" pitchFamily="2" charset="0"/>
                <a:ea typeface="Inter" panose="02000503000000020004" pitchFamily="2" charset="0"/>
                <a:cs typeface="Space Grotesk" pitchFamily="2" charset="0"/>
                <a:sym typeface="Archivo"/>
              </a:rPr>
              <a:t>7939 645 000</a:t>
            </a:r>
          </a:p>
        </p:txBody>
      </p:sp>
      <p:sp>
        <p:nvSpPr>
          <p:cNvPr id="12" name="Google Shape;66;p14">
            <a:extLst>
              <a:ext uri="{FF2B5EF4-FFF2-40B4-BE49-F238E27FC236}">
                <a16:creationId xmlns:a16="http://schemas.microsoft.com/office/drawing/2014/main" id="{A2EB17CB-8AE2-33F7-74E8-A15315D4FB52}"/>
              </a:ext>
            </a:extLst>
          </p:cNvPr>
          <p:cNvSpPr txBox="1"/>
          <p:nvPr/>
        </p:nvSpPr>
        <p:spPr>
          <a:xfrm rot="16200000">
            <a:off x="4432185" y="1934886"/>
            <a:ext cx="2224244" cy="751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964" tIns="98964" rIns="98964" bIns="98964" anchor="b" anchorCtr="0">
            <a:noAutofit/>
          </a:bodyPr>
          <a:lstStyle/>
          <a:p>
            <a:pPr>
              <a:lnSpc>
                <a:spcPct val="115000"/>
              </a:lnSpc>
            </a:pPr>
            <a:r>
              <a:rPr lang="en-US" sz="2400" dirty="0">
                <a:solidFill>
                  <a:schemeClr val="tx1"/>
                </a:solidFill>
                <a:latin typeface="Space Grotesk" pitchFamily="2" charset="0"/>
                <a:ea typeface="Roboto Medium" panose="02000000000000000000" pitchFamily="2" charset="0"/>
                <a:cs typeface="Space Grotesk" pitchFamily="2" charset="0"/>
                <a:sym typeface="Roboto Medium"/>
              </a:rPr>
              <a:t>ariviti.com </a:t>
            </a:r>
          </a:p>
          <a:p>
            <a:pPr>
              <a:lnSpc>
                <a:spcPct val="115000"/>
              </a:lnSpc>
            </a:pPr>
            <a:r>
              <a:rPr lang="en-US" sz="1400" dirty="0">
                <a:solidFill>
                  <a:schemeClr val="tx1"/>
                </a:solidFill>
                <a:latin typeface="Space Grotesk" pitchFamily="2" charset="0"/>
                <a:ea typeface="Roboto Medium" panose="02000000000000000000" pitchFamily="2" charset="0"/>
                <a:cs typeface="Space Grotesk" pitchFamily="2" charset="0"/>
                <a:sym typeface="Roboto Medium"/>
              </a:rPr>
              <a:t>The AI Sherpas</a:t>
            </a:r>
            <a:endParaRPr sz="1400" dirty="0">
              <a:solidFill>
                <a:schemeClr val="tx1"/>
              </a:solidFill>
              <a:latin typeface="Space Grotesk" pitchFamily="2" charset="0"/>
              <a:ea typeface="Roboto Medium" panose="02000000000000000000" pitchFamily="2" charset="0"/>
              <a:cs typeface="Space Grotesk" pitchFamily="2" charset="0"/>
              <a:sym typeface="Archivo"/>
            </a:endParaRPr>
          </a:p>
        </p:txBody>
      </p:sp>
      <p:sp>
        <p:nvSpPr>
          <p:cNvPr id="15" name="Google Shape;66;p14">
            <a:extLst>
              <a:ext uri="{FF2B5EF4-FFF2-40B4-BE49-F238E27FC236}">
                <a16:creationId xmlns:a16="http://schemas.microsoft.com/office/drawing/2014/main" id="{33099524-E27B-E589-EE91-3FB3A6CD3818}"/>
              </a:ext>
            </a:extLst>
          </p:cNvPr>
          <p:cNvSpPr txBox="1"/>
          <p:nvPr/>
        </p:nvSpPr>
        <p:spPr>
          <a:xfrm>
            <a:off x="457420" y="1080162"/>
            <a:ext cx="3022917" cy="431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964" tIns="98964" rIns="98964" bIns="98964" anchor="b" anchorCtr="0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n-US" sz="1020" dirty="0">
                <a:solidFill>
                  <a:schemeClr val="tx1"/>
                </a:solidFill>
                <a:latin typeface="Space Grotesk" pitchFamily="2" charset="0"/>
                <a:ea typeface="Roboto Medium" panose="02000000000000000000" pitchFamily="2" charset="0"/>
                <a:cs typeface="Space Grotesk" pitchFamily="2" charset="0"/>
                <a:sym typeface="Roboto Medium"/>
              </a:rPr>
              <a:t>HUMAN INTELLIGENCE . AI AMPLIFIED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06C681A-6AF8-0F3F-61FE-7ED211659A3B}"/>
              </a:ext>
            </a:extLst>
          </p:cNvPr>
          <p:cNvCxnSpPr>
            <a:cxnSpLocks/>
          </p:cNvCxnSpPr>
          <p:nvPr/>
        </p:nvCxnSpPr>
        <p:spPr>
          <a:xfrm flipH="1">
            <a:off x="812800" y="2750550"/>
            <a:ext cx="2647950" cy="0"/>
          </a:xfrm>
          <a:prstGeom prst="line">
            <a:avLst/>
          </a:prstGeom>
          <a:ln w="4191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594013A-E688-C2BB-C61E-0C192E791D9B}"/>
              </a:ext>
            </a:extLst>
          </p:cNvPr>
          <p:cNvCxnSpPr>
            <a:cxnSpLocks/>
          </p:cNvCxnSpPr>
          <p:nvPr/>
        </p:nvCxnSpPr>
        <p:spPr>
          <a:xfrm flipV="1">
            <a:off x="5168665" y="1758950"/>
            <a:ext cx="0" cy="1663700"/>
          </a:xfrm>
          <a:prstGeom prst="line">
            <a:avLst/>
          </a:prstGeom>
          <a:ln w="4191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33999E36-5EAA-F0FA-ED54-B8ED38CF9202}"/>
              </a:ext>
            </a:extLst>
          </p:cNvPr>
          <p:cNvCxnSpPr>
            <a:cxnSpLocks/>
          </p:cNvCxnSpPr>
          <p:nvPr/>
        </p:nvCxnSpPr>
        <p:spPr>
          <a:xfrm flipV="1">
            <a:off x="5907014" y="1758950"/>
            <a:ext cx="0" cy="1663700"/>
          </a:xfrm>
          <a:prstGeom prst="line">
            <a:avLst/>
          </a:prstGeom>
          <a:ln w="4191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Google Shape;90;p13">
            <a:extLst>
              <a:ext uri="{FF2B5EF4-FFF2-40B4-BE49-F238E27FC236}">
                <a16:creationId xmlns:a16="http://schemas.microsoft.com/office/drawing/2014/main" id="{18E9F516-42FF-6B96-F2AD-12351CCEFC14}"/>
              </a:ext>
            </a:extLst>
          </p:cNvPr>
          <p:cNvSpPr txBox="1"/>
          <p:nvPr/>
        </p:nvSpPr>
        <p:spPr>
          <a:xfrm>
            <a:off x="282683" y="455161"/>
            <a:ext cx="3372395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b="1" i="0" u="none" strike="noStrike" cap="none" dirty="0">
                <a:solidFill>
                  <a:srgbClr val="8A6914"/>
                </a:solidFill>
                <a:latin typeface="Plus Jakarta Sans" pitchFamily="2" charset="0"/>
                <a:ea typeface="Inter"/>
                <a:cs typeface="Plus Jakarta Sans" pitchFamily="2" charset="0"/>
                <a:sym typeface="Inter"/>
              </a:rPr>
              <a:t>ARIVITI</a:t>
            </a:r>
            <a:endParaRPr sz="5000" dirty="0">
              <a:solidFill>
                <a:srgbClr val="8A6914"/>
              </a:solidFill>
              <a:latin typeface="Plus Jakarta Sans" pitchFamily="2" charset="0"/>
              <a:cs typeface="Plus Jakarta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88263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>
            <a:alpha val="0"/>
          </a:srgbClr>
        </a:solidFill>
        <a:effectLst/>
      </p:bgPr>
    </p:bg>
    <p:spTree>
      <p:nvGrpSpPr>
        <p:cNvPr id="1" name="Shape 73">
          <a:extLst>
            <a:ext uri="{FF2B5EF4-FFF2-40B4-BE49-F238E27FC236}">
              <a16:creationId xmlns:a16="http://schemas.microsoft.com/office/drawing/2014/main" id="{31EDC689-CBFF-A218-EC88-D4500D6CEC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blue circle with white letters and a white m in it&#10;&#10;Description automatically generated">
            <a:extLst>
              <a:ext uri="{FF2B5EF4-FFF2-40B4-BE49-F238E27FC236}">
                <a16:creationId xmlns:a16="http://schemas.microsoft.com/office/drawing/2014/main" id="{D5FAAB3A-06A9-CE29-0D6C-E68ABECF76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2525" y="2651882"/>
            <a:ext cx="743097" cy="45458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41A7892-06B2-867C-2C06-94F1253BCE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12549" y="2651882"/>
            <a:ext cx="830113" cy="454586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F8FF5D4E-3207-D30A-83CC-AE53FEBA08F7}"/>
              </a:ext>
            </a:extLst>
          </p:cNvPr>
          <p:cNvSpPr txBox="1"/>
          <p:nvPr/>
        </p:nvSpPr>
        <p:spPr>
          <a:xfrm>
            <a:off x="814935" y="1562504"/>
            <a:ext cx="378594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8A6914"/>
                </a:solidFill>
                <a:latin typeface="Space Grotesk" pitchFamily="2" charset="0"/>
                <a:ea typeface="Roboto Medium" panose="02000000000000000000" pitchFamily="2" charset="0"/>
                <a:cs typeface="Space Grotesk" pitchFamily="2" charset="0"/>
                <a:sym typeface="Roboto"/>
              </a:rPr>
              <a:t>AI AMBITION. </a:t>
            </a:r>
          </a:p>
          <a:p>
            <a:r>
              <a:rPr lang="en-US" sz="2000" b="1" dirty="0">
                <a:solidFill>
                  <a:srgbClr val="8A6914"/>
                </a:solidFill>
                <a:latin typeface="Space Grotesk" pitchFamily="2" charset="0"/>
                <a:ea typeface="Roboto Medium" panose="02000000000000000000" pitchFamily="2" charset="0"/>
                <a:cs typeface="Space Grotesk" pitchFamily="2" charset="0"/>
                <a:sym typeface="Roboto"/>
              </a:rPr>
              <a:t>MADE OPERATIONAL.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7132E707-31F9-5CCB-7211-7E1013F444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4425" y="2651881"/>
            <a:ext cx="699137" cy="454587"/>
          </a:xfrm>
          <a:prstGeom prst="rect">
            <a:avLst/>
          </a:prstGeom>
        </p:spPr>
      </p:pic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A3B4D77C-ABB4-2CCA-C10A-639F123DC0F6}"/>
              </a:ext>
            </a:extLst>
          </p:cNvPr>
          <p:cNvCxnSpPr>
            <a:cxnSpLocks/>
          </p:cNvCxnSpPr>
          <p:nvPr/>
        </p:nvCxnSpPr>
        <p:spPr>
          <a:xfrm flipH="1">
            <a:off x="724479" y="2382298"/>
            <a:ext cx="4085890" cy="0"/>
          </a:xfrm>
          <a:prstGeom prst="line">
            <a:avLst/>
          </a:prstGeom>
          <a:ln w="4191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Picture 32">
            <a:extLst>
              <a:ext uri="{FF2B5EF4-FFF2-40B4-BE49-F238E27FC236}">
                <a16:creationId xmlns:a16="http://schemas.microsoft.com/office/drawing/2014/main" id="{4F30E823-88A3-F628-B360-CDB1F5B6FBC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75911" y="2610778"/>
            <a:ext cx="536791" cy="536791"/>
          </a:xfrm>
          <a:prstGeom prst="rect">
            <a:avLst/>
          </a:prstGeom>
        </p:spPr>
      </p:pic>
      <p:sp>
        <p:nvSpPr>
          <p:cNvPr id="4" name="Google Shape;66;p14">
            <a:extLst>
              <a:ext uri="{FF2B5EF4-FFF2-40B4-BE49-F238E27FC236}">
                <a16:creationId xmlns:a16="http://schemas.microsoft.com/office/drawing/2014/main" id="{7CA84CBA-1D82-C5EA-3E38-EBFC184C1B1D}"/>
              </a:ext>
            </a:extLst>
          </p:cNvPr>
          <p:cNvSpPr txBox="1"/>
          <p:nvPr/>
        </p:nvSpPr>
        <p:spPr>
          <a:xfrm rot="16200000">
            <a:off x="4432185" y="814876"/>
            <a:ext cx="2224244" cy="751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964" tIns="98964" rIns="98964" bIns="98964" anchor="b" anchorCtr="0">
            <a:noAutofit/>
          </a:bodyPr>
          <a:lstStyle/>
          <a:p>
            <a:pPr>
              <a:lnSpc>
                <a:spcPct val="115000"/>
              </a:lnSpc>
            </a:pPr>
            <a:r>
              <a:rPr lang="en-US" sz="2400" dirty="0">
                <a:solidFill>
                  <a:schemeClr val="tx1"/>
                </a:solidFill>
                <a:latin typeface="Space Grotesk" pitchFamily="2" charset="0"/>
                <a:ea typeface="Roboto Medium" panose="02000000000000000000" pitchFamily="2" charset="0"/>
                <a:cs typeface="Space Grotesk" pitchFamily="2" charset="0"/>
                <a:sym typeface="Roboto Medium"/>
              </a:rPr>
              <a:t>ariviti.com </a:t>
            </a:r>
          </a:p>
          <a:p>
            <a:pPr>
              <a:lnSpc>
                <a:spcPct val="115000"/>
              </a:lnSpc>
            </a:pPr>
            <a:r>
              <a:rPr lang="en-US" sz="1400" dirty="0">
                <a:solidFill>
                  <a:schemeClr val="tx1"/>
                </a:solidFill>
                <a:latin typeface="Space Grotesk" pitchFamily="2" charset="0"/>
                <a:ea typeface="Roboto Medium" panose="02000000000000000000" pitchFamily="2" charset="0"/>
                <a:cs typeface="Space Grotesk" pitchFamily="2" charset="0"/>
                <a:sym typeface="Roboto Medium"/>
              </a:rPr>
              <a:t>The AI Sherpas</a:t>
            </a:r>
            <a:endParaRPr sz="1400" dirty="0">
              <a:solidFill>
                <a:schemeClr val="tx1"/>
              </a:solidFill>
              <a:latin typeface="Space Grotesk" pitchFamily="2" charset="0"/>
              <a:ea typeface="Roboto Medium" panose="02000000000000000000" pitchFamily="2" charset="0"/>
              <a:cs typeface="Space Grotesk" pitchFamily="2" charset="0"/>
              <a:sym typeface="Archivo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D38D49A-8B25-CC5D-9F96-1E577113A747}"/>
              </a:ext>
            </a:extLst>
          </p:cNvPr>
          <p:cNvCxnSpPr>
            <a:cxnSpLocks/>
          </p:cNvCxnSpPr>
          <p:nvPr/>
        </p:nvCxnSpPr>
        <p:spPr>
          <a:xfrm flipV="1">
            <a:off x="5168665" y="638940"/>
            <a:ext cx="0" cy="1663700"/>
          </a:xfrm>
          <a:prstGeom prst="line">
            <a:avLst/>
          </a:prstGeom>
          <a:ln w="4191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5272736-F25E-1666-84D7-23BC833CF336}"/>
              </a:ext>
            </a:extLst>
          </p:cNvPr>
          <p:cNvCxnSpPr>
            <a:cxnSpLocks/>
          </p:cNvCxnSpPr>
          <p:nvPr/>
        </p:nvCxnSpPr>
        <p:spPr>
          <a:xfrm flipV="1">
            <a:off x="5907014" y="638940"/>
            <a:ext cx="0" cy="1663700"/>
          </a:xfrm>
          <a:prstGeom prst="line">
            <a:avLst/>
          </a:prstGeom>
          <a:ln w="4191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Google Shape;66;p14">
            <a:extLst>
              <a:ext uri="{FF2B5EF4-FFF2-40B4-BE49-F238E27FC236}">
                <a16:creationId xmlns:a16="http://schemas.microsoft.com/office/drawing/2014/main" id="{25EC23C8-A753-42C8-30D1-28C0220C43FB}"/>
              </a:ext>
            </a:extLst>
          </p:cNvPr>
          <p:cNvSpPr txBox="1"/>
          <p:nvPr/>
        </p:nvSpPr>
        <p:spPr>
          <a:xfrm>
            <a:off x="724479" y="3192284"/>
            <a:ext cx="1360555" cy="329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964" tIns="98964" rIns="98964" bIns="98964" anchor="t" anchorCtr="0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n-US" sz="1050" b="1" dirty="0">
                <a:solidFill>
                  <a:schemeClr val="tx1"/>
                </a:solidFill>
                <a:latin typeface="Space Grotesk" pitchFamily="2" charset="0"/>
                <a:ea typeface="Roboto Medium" panose="02000000000000000000" pitchFamily="2" charset="0"/>
                <a:cs typeface="Space Grotesk" pitchFamily="2" charset="0"/>
                <a:sym typeface="Roboto Medium"/>
              </a:rPr>
              <a:t>integramicro.com</a:t>
            </a:r>
          </a:p>
        </p:txBody>
      </p:sp>
      <p:sp>
        <p:nvSpPr>
          <p:cNvPr id="8" name="Google Shape;66;p14">
            <a:extLst>
              <a:ext uri="{FF2B5EF4-FFF2-40B4-BE49-F238E27FC236}">
                <a16:creationId xmlns:a16="http://schemas.microsoft.com/office/drawing/2014/main" id="{286BBA47-92E1-EDC4-AED7-849FDAEE062C}"/>
              </a:ext>
            </a:extLst>
          </p:cNvPr>
          <p:cNvSpPr txBox="1"/>
          <p:nvPr/>
        </p:nvSpPr>
        <p:spPr>
          <a:xfrm>
            <a:off x="2286771" y="3192284"/>
            <a:ext cx="1360555" cy="329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964" tIns="98964" rIns="98964" bIns="98964" anchor="t" anchorCtr="0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n-US" sz="1050" b="1" dirty="0">
                <a:solidFill>
                  <a:schemeClr val="tx1"/>
                </a:solidFill>
                <a:latin typeface="Space Grotesk" pitchFamily="2" charset="0"/>
                <a:ea typeface="Roboto Medium" panose="02000000000000000000" pitchFamily="2" charset="0"/>
                <a:cs typeface="Space Grotesk" pitchFamily="2" charset="0"/>
                <a:sym typeface="Roboto Medium"/>
              </a:rPr>
              <a:t>imss.co.in</a:t>
            </a:r>
          </a:p>
        </p:txBody>
      </p:sp>
      <p:sp>
        <p:nvSpPr>
          <p:cNvPr id="9" name="Google Shape;66;p14">
            <a:extLst>
              <a:ext uri="{FF2B5EF4-FFF2-40B4-BE49-F238E27FC236}">
                <a16:creationId xmlns:a16="http://schemas.microsoft.com/office/drawing/2014/main" id="{9BEE12CF-BDD3-2857-FDF3-C04D71D28E4C}"/>
              </a:ext>
            </a:extLst>
          </p:cNvPr>
          <p:cNvSpPr txBox="1"/>
          <p:nvPr/>
        </p:nvSpPr>
        <p:spPr>
          <a:xfrm>
            <a:off x="3647327" y="3192284"/>
            <a:ext cx="1360555" cy="329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964" tIns="98964" rIns="98964" bIns="98964" anchor="t" anchorCtr="0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n-US" sz="1050" b="1" dirty="0">
                <a:solidFill>
                  <a:schemeClr val="tx1"/>
                </a:solidFill>
                <a:latin typeface="Space Grotesk" pitchFamily="2" charset="0"/>
                <a:ea typeface="Roboto Medium" panose="02000000000000000000" pitchFamily="2" charset="0"/>
                <a:cs typeface="Space Grotesk" pitchFamily="2" charset="0"/>
                <a:sym typeface="Roboto Medium"/>
              </a:rPr>
              <a:t>openturf.in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6F969E0-32CE-B4EF-93DE-238ABAD34C25}"/>
              </a:ext>
            </a:extLst>
          </p:cNvPr>
          <p:cNvCxnSpPr>
            <a:cxnSpLocks/>
          </p:cNvCxnSpPr>
          <p:nvPr/>
        </p:nvCxnSpPr>
        <p:spPr>
          <a:xfrm flipV="1">
            <a:off x="2238937" y="2382298"/>
            <a:ext cx="0" cy="1211334"/>
          </a:xfrm>
          <a:prstGeom prst="line">
            <a:avLst/>
          </a:prstGeom>
          <a:ln w="4191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5FBAA95-F54E-910B-58EE-D40798A97B6A}"/>
              </a:ext>
            </a:extLst>
          </p:cNvPr>
          <p:cNvCxnSpPr>
            <a:cxnSpLocks/>
          </p:cNvCxnSpPr>
          <p:nvPr/>
        </p:nvCxnSpPr>
        <p:spPr>
          <a:xfrm flipV="1">
            <a:off x="3647327" y="2375928"/>
            <a:ext cx="0" cy="1211334"/>
          </a:xfrm>
          <a:prstGeom prst="line">
            <a:avLst/>
          </a:prstGeom>
          <a:ln w="4191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4005547"/>
      </p:ext>
    </p:extLst>
  </p:cSld>
  <p:clrMapOvr>
    <a:masterClrMapping/>
  </p:clrMapOvr>
</p:sld>
</file>

<file path=ppt/theme/theme1.xml><?xml version="1.0" encoding="utf-8"?>
<a:theme xmlns:a="http://schemas.openxmlformats.org/drawingml/2006/main" name="1_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7052</TotalTime>
  <Words>412</Words>
  <Application>Microsoft Office PowerPoint</Application>
  <PresentationFormat>Custom</PresentationFormat>
  <Paragraphs>88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Space Grotesk</vt:lpstr>
      <vt:lpstr>Plus Jakarta Sans</vt:lpstr>
      <vt:lpstr>1_Simple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Anilyzed</dc:creator>
  <cp:lastModifiedBy>Anilyzed</cp:lastModifiedBy>
  <cp:revision>10</cp:revision>
  <cp:lastPrinted>2026-08-05T08:14:36Z</cp:lastPrinted>
  <dcterms:modified xsi:type="dcterms:W3CDTF">2026-08-13T10:35:41Z</dcterms:modified>
</cp:coreProperties>
</file>