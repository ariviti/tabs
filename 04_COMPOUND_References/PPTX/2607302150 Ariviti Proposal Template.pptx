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 id="2147483696" r:id="rId2"/>
  </p:sldMasterIdLst>
  <p:notesMasterIdLst>
    <p:notesMasterId r:id="rId9"/>
  </p:notesMasterIdLst>
  <p:sldIdLst>
    <p:sldId id="2147479910" r:id="rId3"/>
    <p:sldId id="2147479901" r:id="rId4"/>
    <p:sldId id="2147479911" r:id="rId5"/>
    <p:sldId id="2147479914" r:id="rId6"/>
    <p:sldId id="2147479915" r:id="rId7"/>
    <p:sldId id="2147479903" r:id="rId8"/>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25" d="100"/>
          <a:sy n="125" d="100"/>
        </p:scale>
        <p:origin x="123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lyzed.com" userId="aaed2106-48f5-4a15-b1fa-35c21b04e48b" providerId="ADAL" clId="{4614826B-B488-4E05-8780-12923E585C6C}"/>
    <pc:docChg chg="undo custSel addSld delSld modSld sldOrd modMainMaster">
      <pc:chgData name="anilyzed.com" userId="aaed2106-48f5-4a15-b1fa-35c21b04e48b" providerId="ADAL" clId="{4614826B-B488-4E05-8780-12923E585C6C}" dt="2026-08-11T13:53:23.665" v="202" actId="20577"/>
      <pc:docMkLst>
        <pc:docMk/>
      </pc:docMkLst>
      <pc:sldChg chg="del">
        <pc:chgData name="anilyzed.com" userId="aaed2106-48f5-4a15-b1fa-35c21b04e48b" providerId="ADAL" clId="{4614826B-B488-4E05-8780-12923E585C6C}" dt="2026-08-11T13:32:15.677" v="3" actId="47"/>
        <pc:sldMkLst>
          <pc:docMk/>
          <pc:sldMk cId="682704201" sldId="2147479890"/>
        </pc:sldMkLst>
      </pc:sldChg>
      <pc:sldChg chg="delSp mod modClrScheme chgLayout">
        <pc:chgData name="anilyzed.com" userId="aaed2106-48f5-4a15-b1fa-35c21b04e48b" providerId="ADAL" clId="{4614826B-B488-4E05-8780-12923E585C6C}" dt="2026-08-11T13:32:56.968" v="7" actId="700"/>
        <pc:sldMkLst>
          <pc:docMk/>
          <pc:sldMk cId="44910268" sldId="2147479901"/>
        </pc:sldMkLst>
        <pc:spChg chg="del">
          <ac:chgData name="anilyzed.com" userId="aaed2106-48f5-4a15-b1fa-35c21b04e48b" providerId="ADAL" clId="{4614826B-B488-4E05-8780-12923E585C6C}" dt="2026-08-11T13:32:43.684" v="5" actId="478"/>
          <ac:spMkLst>
            <pc:docMk/>
            <pc:sldMk cId="44910268" sldId="2147479901"/>
            <ac:spMk id="33" creationId="{46835BDA-FD98-E97C-7939-7FC7120D8E39}"/>
          </ac:spMkLst>
        </pc:spChg>
        <pc:spChg chg="del">
          <ac:chgData name="anilyzed.com" userId="aaed2106-48f5-4a15-b1fa-35c21b04e48b" providerId="ADAL" clId="{4614826B-B488-4E05-8780-12923E585C6C}" dt="2026-08-11T13:32:43.684" v="5" actId="478"/>
          <ac:spMkLst>
            <pc:docMk/>
            <pc:sldMk cId="44910268" sldId="2147479901"/>
            <ac:spMk id="34" creationId="{5E98CB36-812D-706A-3D27-F8CDB7F82C19}"/>
          </ac:spMkLst>
        </pc:spChg>
        <pc:spChg chg="del">
          <ac:chgData name="anilyzed.com" userId="aaed2106-48f5-4a15-b1fa-35c21b04e48b" providerId="ADAL" clId="{4614826B-B488-4E05-8780-12923E585C6C}" dt="2026-08-11T13:32:43.684" v="5" actId="478"/>
          <ac:spMkLst>
            <pc:docMk/>
            <pc:sldMk cId="44910268" sldId="2147479901"/>
            <ac:spMk id="35" creationId="{C4AA2923-43CE-A307-8AC2-68AC4DBC6796}"/>
          </ac:spMkLst>
        </pc:spChg>
        <pc:spChg chg="del">
          <ac:chgData name="anilyzed.com" userId="aaed2106-48f5-4a15-b1fa-35c21b04e48b" providerId="ADAL" clId="{4614826B-B488-4E05-8780-12923E585C6C}" dt="2026-08-11T13:32:43.684" v="5" actId="478"/>
          <ac:spMkLst>
            <pc:docMk/>
            <pc:sldMk cId="44910268" sldId="2147479901"/>
            <ac:spMk id="36" creationId="{F94BE6BF-0384-1458-5B80-99A1C0BFAB03}"/>
          </ac:spMkLst>
        </pc:spChg>
        <pc:spChg chg="del">
          <ac:chgData name="anilyzed.com" userId="aaed2106-48f5-4a15-b1fa-35c21b04e48b" providerId="ADAL" clId="{4614826B-B488-4E05-8780-12923E585C6C}" dt="2026-08-11T13:32:43.684" v="5" actId="478"/>
          <ac:spMkLst>
            <pc:docMk/>
            <pc:sldMk cId="44910268" sldId="2147479901"/>
            <ac:spMk id="45" creationId="{8C621779-4855-4121-C979-5BE9B3D271C6}"/>
          </ac:spMkLst>
        </pc:spChg>
        <pc:spChg chg="del">
          <ac:chgData name="anilyzed.com" userId="aaed2106-48f5-4a15-b1fa-35c21b04e48b" providerId="ADAL" clId="{4614826B-B488-4E05-8780-12923E585C6C}" dt="2026-08-11T13:32:43.684" v="5" actId="478"/>
          <ac:spMkLst>
            <pc:docMk/>
            <pc:sldMk cId="44910268" sldId="2147479901"/>
            <ac:spMk id="870" creationId="{BDCFD81D-A3C6-3FE0-21B8-DEA39C8552EE}"/>
          </ac:spMkLst>
        </pc:spChg>
        <pc:picChg chg="del">
          <ac:chgData name="anilyzed.com" userId="aaed2106-48f5-4a15-b1fa-35c21b04e48b" providerId="ADAL" clId="{4614826B-B488-4E05-8780-12923E585C6C}" dt="2026-08-11T13:32:43.684" v="5" actId="478"/>
          <ac:picMkLst>
            <pc:docMk/>
            <pc:sldMk cId="44910268" sldId="2147479901"/>
            <ac:picMk id="5" creationId="{20DFDBCD-8C96-90FB-42B3-2F8B2D9B85E9}"/>
          </ac:picMkLst>
        </pc:picChg>
        <pc:picChg chg="del">
          <ac:chgData name="anilyzed.com" userId="aaed2106-48f5-4a15-b1fa-35c21b04e48b" providerId="ADAL" clId="{4614826B-B488-4E05-8780-12923E585C6C}" dt="2026-08-11T13:32:43.684" v="5" actId="478"/>
          <ac:picMkLst>
            <pc:docMk/>
            <pc:sldMk cId="44910268" sldId="2147479901"/>
            <ac:picMk id="41" creationId="{60ECCB7F-677E-9491-78C8-9E7C1AE4A3F0}"/>
          </ac:picMkLst>
        </pc:picChg>
        <pc:picChg chg="del">
          <ac:chgData name="anilyzed.com" userId="aaed2106-48f5-4a15-b1fa-35c21b04e48b" providerId="ADAL" clId="{4614826B-B488-4E05-8780-12923E585C6C}" dt="2026-08-11T13:32:43.684" v="5" actId="478"/>
          <ac:picMkLst>
            <pc:docMk/>
            <pc:sldMk cId="44910268" sldId="2147479901"/>
            <ac:picMk id="43" creationId="{6B0E7E61-5C24-5007-77ED-B4C6859F477F}"/>
          </ac:picMkLst>
        </pc:picChg>
        <pc:cxnChg chg="del">
          <ac:chgData name="anilyzed.com" userId="aaed2106-48f5-4a15-b1fa-35c21b04e48b" providerId="ADAL" clId="{4614826B-B488-4E05-8780-12923E585C6C}" dt="2026-08-11T13:32:43.684" v="5" actId="478"/>
          <ac:cxnSpMkLst>
            <pc:docMk/>
            <pc:sldMk cId="44910268" sldId="2147479901"/>
            <ac:cxnSpMk id="39" creationId="{53755956-F762-2030-9897-59B9176EB1D6}"/>
          </ac:cxnSpMkLst>
        </pc:cxnChg>
      </pc:sldChg>
      <pc:sldChg chg="delSp del mod">
        <pc:chgData name="anilyzed.com" userId="aaed2106-48f5-4a15-b1fa-35c21b04e48b" providerId="ADAL" clId="{4614826B-B488-4E05-8780-12923E585C6C}" dt="2026-08-11T13:32:46.506" v="6" actId="47"/>
        <pc:sldMkLst>
          <pc:docMk/>
          <pc:sldMk cId="2710556421" sldId="2147479902"/>
        </pc:sldMkLst>
        <pc:spChg chg="del">
          <ac:chgData name="anilyzed.com" userId="aaed2106-48f5-4a15-b1fa-35c21b04e48b" providerId="ADAL" clId="{4614826B-B488-4E05-8780-12923E585C6C}" dt="2026-08-11T13:32:39.156" v="4" actId="478"/>
          <ac:spMkLst>
            <pc:docMk/>
            <pc:sldMk cId="2710556421" sldId="2147479902"/>
            <ac:spMk id="712" creationId="{EF6D8F39-889B-E608-93A2-FAACE1B227F5}"/>
          </ac:spMkLst>
        </pc:spChg>
        <pc:spChg chg="del">
          <ac:chgData name="anilyzed.com" userId="aaed2106-48f5-4a15-b1fa-35c21b04e48b" providerId="ADAL" clId="{4614826B-B488-4E05-8780-12923E585C6C}" dt="2026-08-11T13:32:39.156" v="4" actId="478"/>
          <ac:spMkLst>
            <pc:docMk/>
            <pc:sldMk cId="2710556421" sldId="2147479902"/>
            <ac:spMk id="714" creationId="{F16D92C3-420A-5F8F-DBE3-C8C7127875F9}"/>
          </ac:spMkLst>
        </pc:spChg>
        <pc:spChg chg="del">
          <ac:chgData name="anilyzed.com" userId="aaed2106-48f5-4a15-b1fa-35c21b04e48b" providerId="ADAL" clId="{4614826B-B488-4E05-8780-12923E585C6C}" dt="2026-08-11T13:32:39.156" v="4" actId="478"/>
          <ac:spMkLst>
            <pc:docMk/>
            <pc:sldMk cId="2710556421" sldId="2147479902"/>
            <ac:spMk id="715" creationId="{EAA00E4B-9982-A542-ED17-1C0E86300820}"/>
          </ac:spMkLst>
        </pc:spChg>
        <pc:graphicFrameChg chg="del">
          <ac:chgData name="anilyzed.com" userId="aaed2106-48f5-4a15-b1fa-35c21b04e48b" providerId="ADAL" clId="{4614826B-B488-4E05-8780-12923E585C6C}" dt="2026-08-11T13:32:39.156" v="4" actId="478"/>
          <ac:graphicFrameMkLst>
            <pc:docMk/>
            <pc:sldMk cId="2710556421" sldId="2147479902"/>
            <ac:graphicFrameMk id="2" creationId="{8367E34C-8E6C-CD1A-17B9-8353C0D288E5}"/>
          </ac:graphicFrameMkLst>
        </pc:graphicFrameChg>
        <pc:picChg chg="del">
          <ac:chgData name="anilyzed.com" userId="aaed2106-48f5-4a15-b1fa-35c21b04e48b" providerId="ADAL" clId="{4614826B-B488-4E05-8780-12923E585C6C}" dt="2026-08-11T13:32:39.156" v="4" actId="478"/>
          <ac:picMkLst>
            <pc:docMk/>
            <pc:sldMk cId="2710556421" sldId="2147479902"/>
            <ac:picMk id="5" creationId="{110F3E16-8E4A-6280-AEB1-E9BE84877600}"/>
          </ac:picMkLst>
        </pc:picChg>
        <pc:cxnChg chg="del">
          <ac:chgData name="anilyzed.com" userId="aaed2106-48f5-4a15-b1fa-35c21b04e48b" providerId="ADAL" clId="{4614826B-B488-4E05-8780-12923E585C6C}" dt="2026-08-11T13:32:39.156" v="4" actId="478"/>
          <ac:cxnSpMkLst>
            <pc:docMk/>
            <pc:sldMk cId="2710556421" sldId="2147479902"/>
            <ac:cxnSpMk id="3" creationId="{C5B2E391-64AF-3639-19A7-9F2612774B83}"/>
          </ac:cxnSpMkLst>
        </pc:cxnChg>
      </pc:sldChg>
      <pc:sldChg chg="add del">
        <pc:chgData name="anilyzed.com" userId="aaed2106-48f5-4a15-b1fa-35c21b04e48b" providerId="ADAL" clId="{4614826B-B488-4E05-8780-12923E585C6C}" dt="2026-08-11T13:31:58.422" v="2"/>
        <pc:sldMkLst>
          <pc:docMk/>
          <pc:sldMk cId="3528546895" sldId="2147479910"/>
        </pc:sldMkLst>
      </pc:sldChg>
      <pc:sldChg chg="add mod modClrScheme chgLayout">
        <pc:chgData name="anilyzed.com" userId="aaed2106-48f5-4a15-b1fa-35c21b04e48b" providerId="ADAL" clId="{4614826B-B488-4E05-8780-12923E585C6C}" dt="2026-08-11T13:38:08.680" v="120" actId="700"/>
        <pc:sldMkLst>
          <pc:docMk/>
          <pc:sldMk cId="3290831951" sldId="2147479911"/>
        </pc:sldMkLst>
      </pc:sldChg>
      <pc:sldChg chg="add del mod modClrScheme chgLayout">
        <pc:chgData name="anilyzed.com" userId="aaed2106-48f5-4a15-b1fa-35c21b04e48b" providerId="ADAL" clId="{4614826B-B488-4E05-8780-12923E585C6C}" dt="2026-08-11T13:38:56.042" v="134" actId="47"/>
        <pc:sldMkLst>
          <pc:docMk/>
          <pc:sldMk cId="1928680264" sldId="2147479912"/>
        </pc:sldMkLst>
      </pc:sldChg>
      <pc:sldChg chg="new del mod ord modClrScheme chgLayout">
        <pc:chgData name="anilyzed.com" userId="aaed2106-48f5-4a15-b1fa-35c21b04e48b" providerId="ADAL" clId="{4614826B-B488-4E05-8780-12923E585C6C}" dt="2026-08-11T13:38:57.973" v="135" actId="47"/>
        <pc:sldMkLst>
          <pc:docMk/>
          <pc:sldMk cId="2594855157" sldId="2147479913"/>
        </pc:sldMkLst>
      </pc:sldChg>
      <pc:sldChg chg="add del mod replId modClrScheme chgLayout">
        <pc:chgData name="anilyzed.com" userId="aaed2106-48f5-4a15-b1fa-35c21b04e48b" providerId="ADAL" clId="{4614826B-B488-4E05-8780-12923E585C6C}" dt="2026-08-11T13:38:34.311" v="125" actId="47"/>
        <pc:sldMkLst>
          <pc:docMk/>
          <pc:sldMk cId="4096484420" sldId="2147479913"/>
        </pc:sldMkLst>
      </pc:sldChg>
      <pc:sldChg chg="add mod ord modClrScheme chgLayout">
        <pc:chgData name="anilyzed.com" userId="aaed2106-48f5-4a15-b1fa-35c21b04e48b" providerId="ADAL" clId="{4614826B-B488-4E05-8780-12923E585C6C}" dt="2026-08-11T13:38:45.211" v="132"/>
        <pc:sldMkLst>
          <pc:docMk/>
          <pc:sldMk cId="2902043899" sldId="2147479914"/>
        </pc:sldMkLst>
      </pc:sldChg>
      <pc:sldChg chg="add mod modClrScheme chgLayout">
        <pc:chgData name="anilyzed.com" userId="aaed2106-48f5-4a15-b1fa-35c21b04e48b" providerId="ADAL" clId="{4614826B-B488-4E05-8780-12923E585C6C}" dt="2026-08-11T13:39:04.307" v="137" actId="700"/>
        <pc:sldMkLst>
          <pc:docMk/>
          <pc:sldMk cId="1012667795" sldId="2147479915"/>
        </pc:sldMkLst>
      </pc:sldChg>
      <pc:sldMasterChg chg="addSp delSp modSp mod">
        <pc:chgData name="anilyzed.com" userId="aaed2106-48f5-4a15-b1fa-35c21b04e48b" providerId="ADAL" clId="{4614826B-B488-4E05-8780-12923E585C6C}" dt="2026-08-11T13:53:23.665" v="202" actId="20577"/>
        <pc:sldMasterMkLst>
          <pc:docMk/>
          <pc:sldMasterMk cId="4181929453" sldId="2147483694"/>
        </pc:sldMasterMkLst>
        <pc:spChg chg="mod">
          <ac:chgData name="anilyzed.com" userId="aaed2106-48f5-4a15-b1fa-35c21b04e48b" providerId="ADAL" clId="{4614826B-B488-4E05-8780-12923E585C6C}" dt="2026-08-11T13:52:45.600" v="167" actId="20577"/>
          <ac:spMkLst>
            <pc:docMk/>
            <pc:sldMasterMk cId="4181929453" sldId="2147483694"/>
            <ac:spMk id="4" creationId="{00000000-0000-0000-0000-000000000000}"/>
          </ac:spMkLst>
        </pc:spChg>
        <pc:spChg chg="mod">
          <ac:chgData name="anilyzed.com" userId="aaed2106-48f5-4a15-b1fa-35c21b04e48b" providerId="ADAL" clId="{4614826B-B488-4E05-8780-12923E585C6C}" dt="2026-08-11T13:34:25.916" v="31" actId="20577"/>
          <ac:spMkLst>
            <pc:docMk/>
            <pc:sldMasterMk cId="4181929453" sldId="2147483694"/>
            <ac:spMk id="10" creationId="{00000000-0000-0000-0000-000000000000}"/>
          </ac:spMkLst>
        </pc:spChg>
        <pc:spChg chg="mod">
          <ac:chgData name="anilyzed.com" userId="aaed2106-48f5-4a15-b1fa-35c21b04e48b" providerId="ADAL" clId="{4614826B-B488-4E05-8780-12923E585C6C}" dt="2026-08-11T13:53:23.665" v="202" actId="20577"/>
          <ac:spMkLst>
            <pc:docMk/>
            <pc:sldMasterMk cId="4181929453" sldId="2147483694"/>
            <ac:spMk id="27" creationId="{05495698-7191-47DA-50B2-C3DCDAE0B30E}"/>
          </ac:spMkLst>
        </pc:spChg>
        <pc:picChg chg="mod">
          <ac:chgData name="anilyzed.com" userId="aaed2106-48f5-4a15-b1fa-35c21b04e48b" providerId="ADAL" clId="{4614826B-B488-4E05-8780-12923E585C6C}" dt="2026-08-11T13:34:32.233" v="32" actId="14100"/>
          <ac:picMkLst>
            <pc:docMk/>
            <pc:sldMasterMk cId="4181929453" sldId="2147483694"/>
            <ac:picMk id="2" creationId="{E08042D4-1C86-6A34-DAD7-D8D1CE3EE79C}"/>
          </ac:picMkLst>
        </pc:picChg>
        <pc:picChg chg="mod">
          <ac:chgData name="anilyzed.com" userId="aaed2106-48f5-4a15-b1fa-35c21b04e48b" providerId="ADAL" clId="{4614826B-B488-4E05-8780-12923E585C6C}" dt="2026-08-11T13:34:32.233" v="32" actId="14100"/>
          <ac:picMkLst>
            <pc:docMk/>
            <pc:sldMasterMk cId="4181929453" sldId="2147483694"/>
            <ac:picMk id="5" creationId="{604CAED0-6B80-8DE3-3F48-5ACA578D8898}"/>
          </ac:picMkLst>
        </pc:picChg>
        <pc:picChg chg="mod">
          <ac:chgData name="anilyzed.com" userId="aaed2106-48f5-4a15-b1fa-35c21b04e48b" providerId="ADAL" clId="{4614826B-B488-4E05-8780-12923E585C6C}" dt="2026-08-11T13:34:32.233" v="32" actId="14100"/>
          <ac:picMkLst>
            <pc:docMk/>
            <pc:sldMasterMk cId="4181929453" sldId="2147483694"/>
            <ac:picMk id="7" creationId="{861B693F-3A47-F5F0-A3B5-C276FCD49B8C}"/>
          </ac:picMkLst>
        </pc:picChg>
        <pc:picChg chg="del">
          <ac:chgData name="anilyzed.com" userId="aaed2106-48f5-4a15-b1fa-35c21b04e48b" providerId="ADAL" clId="{4614826B-B488-4E05-8780-12923E585C6C}" dt="2026-08-11T13:34:14.812" v="21" actId="478"/>
          <ac:picMkLst>
            <pc:docMk/>
            <pc:sldMasterMk cId="4181929453" sldId="2147483694"/>
            <ac:picMk id="9" creationId="{BECB2901-FFB9-CE6F-3D50-F5C583A9D229}"/>
          </ac:picMkLst>
        </pc:picChg>
        <pc:picChg chg="add del mod">
          <ac:chgData name="anilyzed.com" userId="aaed2106-48f5-4a15-b1fa-35c21b04e48b" providerId="ADAL" clId="{4614826B-B488-4E05-8780-12923E585C6C}" dt="2026-08-11T13:34:13.677" v="20" actId="21"/>
          <ac:picMkLst>
            <pc:docMk/>
            <pc:sldMasterMk cId="4181929453" sldId="2147483694"/>
            <ac:picMk id="11" creationId="{64F2594B-8FCA-1A40-F745-388A982EDFC2}"/>
          </ac:picMkLst>
        </pc:picChg>
        <pc:picChg chg="add mod">
          <ac:chgData name="anilyzed.com" userId="aaed2106-48f5-4a15-b1fa-35c21b04e48b" providerId="ADAL" clId="{4614826B-B488-4E05-8780-12923E585C6C}" dt="2026-08-11T13:34:40.439" v="45" actId="1036"/>
          <ac:picMkLst>
            <pc:docMk/>
            <pc:sldMasterMk cId="4181929453" sldId="2147483694"/>
            <ac:picMk id="13" creationId="{2CBA8EB5-1794-F9C2-4E3E-86C6E27149DD}"/>
          </ac:picMkLst>
        </pc:picChg>
      </pc:sldMasterChg>
      <pc:sldMasterChg chg="addSldLayout modSldLayout">
        <pc:chgData name="anilyzed.com" userId="aaed2106-48f5-4a15-b1fa-35c21b04e48b" providerId="ADAL" clId="{4614826B-B488-4E05-8780-12923E585C6C}" dt="2026-08-11T13:39:28.585" v="143"/>
        <pc:sldMasterMkLst>
          <pc:docMk/>
          <pc:sldMasterMk cId="2489058194" sldId="2147483696"/>
        </pc:sldMasterMkLst>
        <pc:sldLayoutChg chg="addSp delSp modSp mod">
          <pc:chgData name="anilyzed.com" userId="aaed2106-48f5-4a15-b1fa-35c21b04e48b" providerId="ADAL" clId="{4614826B-B488-4E05-8780-12923E585C6C}" dt="2026-08-11T13:35:07.561" v="51" actId="14100"/>
          <pc:sldLayoutMkLst>
            <pc:docMk/>
            <pc:sldMasterMk cId="2489058194" sldId="2147483696"/>
            <pc:sldLayoutMk cId="1679792705" sldId="2147483697"/>
          </pc:sldLayoutMkLst>
          <pc:spChg chg="mod">
            <ac:chgData name="anilyzed.com" userId="aaed2106-48f5-4a15-b1fa-35c21b04e48b" providerId="ADAL" clId="{4614826B-B488-4E05-8780-12923E585C6C}" dt="2026-08-11T13:35:04.849" v="50" actId="14100"/>
            <ac:spMkLst>
              <pc:docMk/>
              <pc:sldMasterMk cId="2489058194" sldId="2147483696"/>
              <pc:sldLayoutMk cId="1679792705" sldId="2147483697"/>
              <ac:spMk id="7" creationId="{2D6B01AB-229D-D89C-4943-C0B2C45FFFA5}"/>
            </ac:spMkLst>
          </pc:spChg>
          <pc:picChg chg="add mod">
            <ac:chgData name="anilyzed.com" userId="aaed2106-48f5-4a15-b1fa-35c21b04e48b" providerId="ADAL" clId="{4614826B-B488-4E05-8780-12923E585C6C}" dt="2026-08-11T13:34:57.634" v="49" actId="14100"/>
            <ac:picMkLst>
              <pc:docMk/>
              <pc:sldMasterMk cId="2489058194" sldId="2147483696"/>
              <pc:sldLayoutMk cId="1679792705" sldId="2147483697"/>
              <ac:picMk id="3" creationId="{773420B2-B52A-5217-53E1-299CBC9E1C35}"/>
            </ac:picMkLst>
          </pc:picChg>
          <pc:picChg chg="del">
            <ac:chgData name="anilyzed.com" userId="aaed2106-48f5-4a15-b1fa-35c21b04e48b" providerId="ADAL" clId="{4614826B-B488-4E05-8780-12923E585C6C}" dt="2026-08-11T13:34:50" v="46" actId="478"/>
            <ac:picMkLst>
              <pc:docMk/>
              <pc:sldMasterMk cId="2489058194" sldId="2147483696"/>
              <pc:sldLayoutMk cId="1679792705" sldId="2147483697"/>
              <ac:picMk id="16" creationId="{B8DF8CB5-F705-26A0-7DFE-C440F162AF38}"/>
            </ac:picMkLst>
          </pc:picChg>
          <pc:cxnChg chg="mod">
            <ac:chgData name="anilyzed.com" userId="aaed2106-48f5-4a15-b1fa-35c21b04e48b" providerId="ADAL" clId="{4614826B-B488-4E05-8780-12923E585C6C}" dt="2026-08-11T13:35:07.561" v="51" actId="14100"/>
            <ac:cxnSpMkLst>
              <pc:docMk/>
              <pc:sldMasterMk cId="2489058194" sldId="2147483696"/>
              <pc:sldLayoutMk cId="1679792705" sldId="2147483697"/>
              <ac:cxnSpMk id="9" creationId="{55223743-66E4-687A-B8CF-AB4FA096B036}"/>
            </ac:cxnSpMkLst>
          </pc:cxnChg>
        </pc:sldLayoutChg>
        <pc:sldLayoutChg chg="addSp delSp modSp mod">
          <pc:chgData name="anilyzed.com" userId="aaed2106-48f5-4a15-b1fa-35c21b04e48b" providerId="ADAL" clId="{4614826B-B488-4E05-8780-12923E585C6C}" dt="2026-08-11T13:35:38.843" v="70" actId="1035"/>
          <pc:sldLayoutMkLst>
            <pc:docMk/>
            <pc:sldMasterMk cId="2489058194" sldId="2147483696"/>
            <pc:sldLayoutMk cId="459377077" sldId="2147483698"/>
          </pc:sldLayoutMkLst>
          <pc:picChg chg="del">
            <ac:chgData name="anilyzed.com" userId="aaed2106-48f5-4a15-b1fa-35c21b04e48b" providerId="ADAL" clId="{4614826B-B488-4E05-8780-12923E585C6C}" dt="2026-08-11T13:35:36.499" v="59" actId="478"/>
            <ac:picMkLst>
              <pc:docMk/>
              <pc:sldMasterMk cId="2489058194" sldId="2147483696"/>
              <pc:sldLayoutMk cId="459377077" sldId="2147483698"/>
              <ac:picMk id="3" creationId="{F66702A2-8576-28A1-4099-2059F38827F9}"/>
            </ac:picMkLst>
          </pc:picChg>
          <pc:picChg chg="add del mod">
            <ac:chgData name="anilyzed.com" userId="aaed2106-48f5-4a15-b1fa-35c21b04e48b" providerId="ADAL" clId="{4614826B-B488-4E05-8780-12923E585C6C}" dt="2026-08-11T13:35:35.401" v="58" actId="21"/>
            <ac:picMkLst>
              <pc:docMk/>
              <pc:sldMasterMk cId="2489058194" sldId="2147483696"/>
              <pc:sldLayoutMk cId="459377077" sldId="2147483698"/>
              <ac:picMk id="5" creationId="{7471F32E-47F3-AEC0-1A56-905AC1124303}"/>
            </ac:picMkLst>
          </pc:picChg>
          <pc:picChg chg="add mod">
            <ac:chgData name="anilyzed.com" userId="aaed2106-48f5-4a15-b1fa-35c21b04e48b" providerId="ADAL" clId="{4614826B-B488-4E05-8780-12923E585C6C}" dt="2026-08-11T13:35:38.843" v="70" actId="1035"/>
            <ac:picMkLst>
              <pc:docMk/>
              <pc:sldMasterMk cId="2489058194" sldId="2147483696"/>
              <pc:sldLayoutMk cId="459377077" sldId="2147483698"/>
              <ac:picMk id="10" creationId="{D0AB7245-2A9D-8B52-854D-DA709F798138}"/>
            </ac:picMkLst>
          </pc:picChg>
        </pc:sldLayoutChg>
        <pc:sldLayoutChg chg="modSp mod">
          <pc:chgData name="anilyzed.com" userId="aaed2106-48f5-4a15-b1fa-35c21b04e48b" providerId="ADAL" clId="{4614826B-B488-4E05-8780-12923E585C6C}" dt="2026-08-11T13:35:59.024" v="74" actId="14100"/>
          <pc:sldLayoutMkLst>
            <pc:docMk/>
            <pc:sldMasterMk cId="2489058194" sldId="2147483696"/>
            <pc:sldLayoutMk cId="3928490291" sldId="2147483699"/>
          </pc:sldLayoutMkLst>
          <pc:spChg chg="mod">
            <ac:chgData name="anilyzed.com" userId="aaed2106-48f5-4a15-b1fa-35c21b04e48b" providerId="ADAL" clId="{4614826B-B488-4E05-8780-12923E585C6C}" dt="2026-08-11T13:35:56.530" v="73" actId="14100"/>
            <ac:spMkLst>
              <pc:docMk/>
              <pc:sldMasterMk cId="2489058194" sldId="2147483696"/>
              <pc:sldLayoutMk cId="3928490291" sldId="2147483699"/>
              <ac:spMk id="7" creationId="{2D6B01AB-229D-D89C-4943-C0B2C45FFFA5}"/>
            </ac:spMkLst>
          </pc:spChg>
          <pc:cxnChg chg="mod">
            <ac:chgData name="anilyzed.com" userId="aaed2106-48f5-4a15-b1fa-35c21b04e48b" providerId="ADAL" clId="{4614826B-B488-4E05-8780-12923E585C6C}" dt="2026-08-11T13:35:59.024" v="74" actId="14100"/>
            <ac:cxnSpMkLst>
              <pc:docMk/>
              <pc:sldMasterMk cId="2489058194" sldId="2147483696"/>
              <pc:sldLayoutMk cId="3928490291" sldId="2147483699"/>
              <ac:cxnSpMk id="9" creationId="{55223743-66E4-687A-B8CF-AB4FA096B036}"/>
            </ac:cxnSpMkLst>
          </pc:cxnChg>
        </pc:sldLayoutChg>
        <pc:sldLayoutChg chg="modSp mod">
          <pc:chgData name="anilyzed.com" userId="aaed2106-48f5-4a15-b1fa-35c21b04e48b" providerId="ADAL" clId="{4614826B-B488-4E05-8780-12923E585C6C}" dt="2026-08-11T13:36:08.769" v="76" actId="14100"/>
          <pc:sldLayoutMkLst>
            <pc:docMk/>
            <pc:sldMasterMk cId="2489058194" sldId="2147483696"/>
            <pc:sldLayoutMk cId="2883530945" sldId="2147483700"/>
          </pc:sldLayoutMkLst>
          <pc:spChg chg="mod">
            <ac:chgData name="anilyzed.com" userId="aaed2106-48f5-4a15-b1fa-35c21b04e48b" providerId="ADAL" clId="{4614826B-B488-4E05-8780-12923E585C6C}" dt="2026-08-11T13:36:06.601" v="75" actId="14100"/>
            <ac:spMkLst>
              <pc:docMk/>
              <pc:sldMasterMk cId="2489058194" sldId="2147483696"/>
              <pc:sldLayoutMk cId="2883530945" sldId="2147483700"/>
              <ac:spMk id="7" creationId="{2D6B01AB-229D-D89C-4943-C0B2C45FFFA5}"/>
            </ac:spMkLst>
          </pc:spChg>
          <pc:cxnChg chg="mod">
            <ac:chgData name="anilyzed.com" userId="aaed2106-48f5-4a15-b1fa-35c21b04e48b" providerId="ADAL" clId="{4614826B-B488-4E05-8780-12923E585C6C}" dt="2026-08-11T13:36:08.769" v="76" actId="14100"/>
            <ac:cxnSpMkLst>
              <pc:docMk/>
              <pc:sldMasterMk cId="2489058194" sldId="2147483696"/>
              <pc:sldLayoutMk cId="2883530945" sldId="2147483700"/>
              <ac:cxnSpMk id="9" creationId="{55223743-66E4-687A-B8CF-AB4FA096B036}"/>
            </ac:cxnSpMkLst>
          </pc:cxnChg>
        </pc:sldLayoutChg>
        <pc:sldLayoutChg chg="addSp delSp modSp mod">
          <pc:chgData name="anilyzed.com" userId="aaed2106-48f5-4a15-b1fa-35c21b04e48b" providerId="ADAL" clId="{4614826B-B488-4E05-8780-12923E585C6C}" dt="2026-08-11T13:39:24.391" v="140"/>
          <pc:sldLayoutMkLst>
            <pc:docMk/>
            <pc:sldMasterMk cId="2489058194" sldId="2147483696"/>
            <pc:sldLayoutMk cId="1815388541" sldId="2147483701"/>
          </pc:sldLayoutMkLst>
          <pc:spChg chg="mod">
            <ac:chgData name="anilyzed.com" userId="aaed2106-48f5-4a15-b1fa-35c21b04e48b" providerId="ADAL" clId="{4614826B-B488-4E05-8780-12923E585C6C}" dt="2026-08-11T13:39:24.391" v="140"/>
            <ac:spMkLst>
              <pc:docMk/>
              <pc:sldMasterMk cId="2489058194" sldId="2147483696"/>
              <pc:sldLayoutMk cId="1815388541" sldId="2147483701"/>
              <ac:spMk id="9" creationId="{59E08932-75DE-EF0B-03BA-80ABA808C72A}"/>
            </ac:spMkLst>
          </pc:spChg>
          <pc:picChg chg="add del mod">
            <ac:chgData name="anilyzed.com" userId="aaed2106-48f5-4a15-b1fa-35c21b04e48b" providerId="ADAL" clId="{4614826B-B488-4E05-8780-12923E585C6C}" dt="2026-08-11T13:37:40.149" v="116" actId="478"/>
            <ac:picMkLst>
              <pc:docMk/>
              <pc:sldMasterMk cId="2489058194" sldId="2147483696"/>
              <pc:sldLayoutMk cId="1815388541" sldId="2147483701"/>
              <ac:picMk id="4" creationId="{15FD478F-7622-35AC-DDE8-D333400FACF9}"/>
            </ac:picMkLst>
          </pc:picChg>
          <pc:picChg chg="add del mod">
            <ac:chgData name="anilyzed.com" userId="aaed2106-48f5-4a15-b1fa-35c21b04e48b" providerId="ADAL" clId="{4614826B-B488-4E05-8780-12923E585C6C}" dt="2026-08-11T13:37:38.802" v="115" actId="21"/>
            <ac:picMkLst>
              <pc:docMk/>
              <pc:sldMasterMk cId="2489058194" sldId="2147483696"/>
              <pc:sldLayoutMk cId="1815388541" sldId="2147483701"/>
              <ac:picMk id="11" creationId="{FB5E5A02-B0D6-95F4-756A-FA106DA6CE75}"/>
            </ac:picMkLst>
          </pc:picChg>
          <pc:picChg chg="add">
            <ac:chgData name="anilyzed.com" userId="aaed2106-48f5-4a15-b1fa-35c21b04e48b" providerId="ADAL" clId="{4614826B-B488-4E05-8780-12923E585C6C}" dt="2026-08-11T13:37:40.788" v="117" actId="22"/>
            <ac:picMkLst>
              <pc:docMk/>
              <pc:sldMasterMk cId="2489058194" sldId="2147483696"/>
              <pc:sldLayoutMk cId="1815388541" sldId="2147483701"/>
              <ac:picMk id="13" creationId="{BB645854-A890-7252-4A72-E77E04E7B3EF}"/>
            </ac:picMkLst>
          </pc:picChg>
          <pc:cxnChg chg="add del mod">
            <ac:chgData name="anilyzed.com" userId="aaed2106-48f5-4a15-b1fa-35c21b04e48b" providerId="ADAL" clId="{4614826B-B488-4E05-8780-12923E585C6C}" dt="2026-08-11T13:36:54.709" v="89" actId="478"/>
            <ac:cxnSpMkLst>
              <pc:docMk/>
              <pc:sldMasterMk cId="2489058194" sldId="2147483696"/>
              <pc:sldLayoutMk cId="1815388541" sldId="2147483701"/>
              <ac:cxnSpMk id="3" creationId="{2C724A82-0834-AC9B-0A61-A3B2C98841D5}"/>
            </ac:cxnSpMkLst>
          </pc:cxnChg>
          <pc:cxnChg chg="add del mod">
            <ac:chgData name="anilyzed.com" userId="aaed2106-48f5-4a15-b1fa-35c21b04e48b" providerId="ADAL" clId="{4614826B-B488-4E05-8780-12923E585C6C}" dt="2026-08-11T13:36:53.324" v="88" actId="21"/>
            <ac:cxnSpMkLst>
              <pc:docMk/>
              <pc:sldMasterMk cId="2489058194" sldId="2147483696"/>
              <pc:sldLayoutMk cId="1815388541" sldId="2147483701"/>
              <ac:cxnSpMk id="5" creationId="{3C879757-DEA6-D3C9-F4C3-701DD12DAADC}"/>
            </ac:cxnSpMkLst>
          </pc:cxnChg>
          <pc:cxnChg chg="mod">
            <ac:chgData name="anilyzed.com" userId="aaed2106-48f5-4a15-b1fa-35c21b04e48b" providerId="ADAL" clId="{4614826B-B488-4E05-8780-12923E585C6C}" dt="2026-08-11T13:36:21.488" v="80" actId="14100"/>
            <ac:cxnSpMkLst>
              <pc:docMk/>
              <pc:sldMasterMk cId="2489058194" sldId="2147483696"/>
              <pc:sldLayoutMk cId="1815388541" sldId="2147483701"/>
              <ac:cxnSpMk id="7" creationId="{90EEE142-ED05-F22B-B4B4-1593BD4FB39D}"/>
            </ac:cxnSpMkLst>
          </pc:cxnChg>
          <pc:cxnChg chg="add mod">
            <ac:chgData name="anilyzed.com" userId="aaed2106-48f5-4a15-b1fa-35c21b04e48b" providerId="ADAL" clId="{4614826B-B488-4E05-8780-12923E585C6C}" dt="2026-08-11T13:37:00.689" v="99" actId="1038"/>
            <ac:cxnSpMkLst>
              <pc:docMk/>
              <pc:sldMasterMk cId="2489058194" sldId="2147483696"/>
              <pc:sldLayoutMk cId="1815388541" sldId="2147483701"/>
              <ac:cxnSpMk id="8" creationId="{3C879757-DEA6-D3C9-F4C3-701DD12DAADC}"/>
            </ac:cxnSpMkLst>
          </pc:cxnChg>
        </pc:sldLayoutChg>
        <pc:sldLayoutChg chg="modSp mod">
          <pc:chgData name="anilyzed.com" userId="aaed2106-48f5-4a15-b1fa-35c21b04e48b" providerId="ADAL" clId="{4614826B-B488-4E05-8780-12923E585C6C}" dt="2026-08-11T13:36:26.600" v="82" actId="14100"/>
          <pc:sldLayoutMkLst>
            <pc:docMk/>
            <pc:sldMasterMk cId="2489058194" sldId="2147483696"/>
            <pc:sldLayoutMk cId="1949174948" sldId="2147483702"/>
          </pc:sldLayoutMkLst>
          <pc:spChg chg="mod">
            <ac:chgData name="anilyzed.com" userId="aaed2106-48f5-4a15-b1fa-35c21b04e48b" providerId="ADAL" clId="{4614826B-B488-4E05-8780-12923E585C6C}" dt="2026-08-11T13:36:24.761" v="81" actId="14100"/>
            <ac:spMkLst>
              <pc:docMk/>
              <pc:sldMasterMk cId="2489058194" sldId="2147483696"/>
              <pc:sldLayoutMk cId="1949174948" sldId="2147483702"/>
              <ac:spMk id="9" creationId="{59E08932-75DE-EF0B-03BA-80ABA808C72A}"/>
            </ac:spMkLst>
          </pc:spChg>
          <pc:cxnChg chg="mod">
            <ac:chgData name="anilyzed.com" userId="aaed2106-48f5-4a15-b1fa-35c21b04e48b" providerId="ADAL" clId="{4614826B-B488-4E05-8780-12923E585C6C}" dt="2026-08-11T13:36:26.600" v="82" actId="14100"/>
            <ac:cxnSpMkLst>
              <pc:docMk/>
              <pc:sldMasterMk cId="2489058194" sldId="2147483696"/>
              <pc:sldLayoutMk cId="1949174948" sldId="2147483702"/>
              <ac:cxnSpMk id="7" creationId="{90EEE142-ED05-F22B-B4B4-1593BD4FB39D}"/>
            </ac:cxnSpMkLst>
          </pc:cxnChg>
        </pc:sldLayoutChg>
        <pc:sldLayoutChg chg="addSp delSp add mod replId modTransition">
          <pc:chgData name="anilyzed.com" userId="aaed2106-48f5-4a15-b1fa-35c21b04e48b" providerId="ADAL" clId="{4614826B-B488-4E05-8780-12923E585C6C}" dt="2026-08-11T13:35:45.280" v="72" actId="22"/>
          <pc:sldLayoutMkLst>
            <pc:docMk/>
            <pc:sldMasterMk cId="2489058194" sldId="2147483696"/>
            <pc:sldLayoutMk cId="3191171056" sldId="2147483706"/>
          </pc:sldLayoutMkLst>
          <pc:picChg chg="del">
            <ac:chgData name="anilyzed.com" userId="aaed2106-48f5-4a15-b1fa-35c21b04e48b" providerId="ADAL" clId="{4614826B-B488-4E05-8780-12923E585C6C}" dt="2026-08-11T13:35:44.735" v="71" actId="478"/>
            <ac:picMkLst>
              <pc:docMk/>
              <pc:sldMasterMk cId="2489058194" sldId="2147483696"/>
              <pc:sldLayoutMk cId="3191171056" sldId="2147483706"/>
              <ac:picMk id="3" creationId="{F66702A2-8576-28A1-4099-2059F38827F9}"/>
            </ac:picMkLst>
          </pc:picChg>
          <pc:picChg chg="add">
            <ac:chgData name="anilyzed.com" userId="aaed2106-48f5-4a15-b1fa-35c21b04e48b" providerId="ADAL" clId="{4614826B-B488-4E05-8780-12923E585C6C}" dt="2026-08-11T13:35:45.280" v="72" actId="22"/>
            <ac:picMkLst>
              <pc:docMk/>
              <pc:sldMasterMk cId="2489058194" sldId="2147483696"/>
              <pc:sldLayoutMk cId="3191171056" sldId="2147483706"/>
              <ac:picMk id="5" creationId="{9D2DA19A-4E04-4B93-59FB-F79C39541078}"/>
            </ac:picMkLst>
          </pc:picChg>
          <pc:cxnChg chg="del">
            <ac:chgData name="anilyzed.com" userId="aaed2106-48f5-4a15-b1fa-35c21b04e48b" providerId="ADAL" clId="{4614826B-B488-4E05-8780-12923E585C6C}" dt="2026-08-11T13:33:39.273" v="13" actId="478"/>
            <ac:cxnSpMkLst>
              <pc:docMk/>
              <pc:sldMasterMk cId="2489058194" sldId="2147483696"/>
              <pc:sldLayoutMk cId="3191171056" sldId="2147483706"/>
              <ac:cxnSpMk id="2" creationId="{5D910CEC-ED75-8DC7-3720-F07EAC55A7B0}"/>
            </ac:cxnSpMkLst>
          </pc:cxnChg>
        </pc:sldLayoutChg>
        <pc:sldLayoutChg chg="add mod modTransition">
          <pc:chgData name="anilyzed.com" userId="aaed2106-48f5-4a15-b1fa-35c21b04e48b" providerId="ADAL" clId="{4614826B-B488-4E05-8780-12923E585C6C}" dt="2026-08-11T13:36:38.316" v="83" actId="2890"/>
          <pc:sldLayoutMkLst>
            <pc:docMk/>
            <pc:sldMasterMk cId="2489058194" sldId="2147483696"/>
            <pc:sldLayoutMk cId="582242783" sldId="2147483707"/>
          </pc:sldLayoutMkLst>
        </pc:sldLayoutChg>
        <pc:sldLayoutChg chg="addSp delSp modSp add mod modTransition">
          <pc:chgData name="anilyzed.com" userId="aaed2106-48f5-4a15-b1fa-35c21b04e48b" providerId="ADAL" clId="{4614826B-B488-4E05-8780-12923E585C6C}" dt="2026-08-11T13:39:28.585" v="143"/>
          <pc:sldLayoutMkLst>
            <pc:docMk/>
            <pc:sldMasterMk cId="2489058194" sldId="2147483696"/>
            <pc:sldLayoutMk cId="1142545513" sldId="2147483708"/>
          </pc:sldLayoutMkLst>
          <pc:spChg chg="mod">
            <ac:chgData name="anilyzed.com" userId="aaed2106-48f5-4a15-b1fa-35c21b04e48b" providerId="ADAL" clId="{4614826B-B488-4E05-8780-12923E585C6C}" dt="2026-08-11T13:39:28.585" v="143"/>
            <ac:spMkLst>
              <pc:docMk/>
              <pc:sldMasterMk cId="2489058194" sldId="2147483696"/>
              <pc:sldLayoutMk cId="1142545513" sldId="2147483708"/>
              <ac:spMk id="9" creationId="{59E08932-75DE-EF0B-03BA-80ABA808C72A}"/>
            </ac:spMkLst>
          </pc:spChg>
          <pc:picChg chg="add">
            <ac:chgData name="anilyzed.com" userId="aaed2106-48f5-4a15-b1fa-35c21b04e48b" providerId="ADAL" clId="{4614826B-B488-4E05-8780-12923E585C6C}" dt="2026-08-11T13:37:42.552" v="118" actId="22"/>
            <ac:picMkLst>
              <pc:docMk/>
              <pc:sldMasterMk cId="2489058194" sldId="2147483696"/>
              <pc:sldLayoutMk cId="1142545513" sldId="2147483708"/>
              <ac:picMk id="4" creationId="{8C039698-AED8-FF2B-E9B3-A2F433C1562D}"/>
            </ac:picMkLst>
          </pc:picChg>
          <pc:cxnChg chg="add del mod">
            <ac:chgData name="anilyzed.com" userId="aaed2106-48f5-4a15-b1fa-35c21b04e48b" providerId="ADAL" clId="{4614826B-B488-4E05-8780-12923E585C6C}" dt="2026-08-11T13:37:48.709" v="119" actId="478"/>
            <ac:cxnSpMkLst>
              <pc:docMk/>
              <pc:sldMasterMk cId="2489058194" sldId="2147483696"/>
              <pc:sldLayoutMk cId="1142545513" sldId="2147483708"/>
              <ac:cxnSpMk id="2" creationId="{BE68EC9C-3168-2B86-20DA-A6015A32CE73}"/>
            </ac:cxnSpMkLst>
          </pc:cxn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BBE88E-2A1E-4835-A457-35CC9F90B3A8}" type="datetimeFigureOut">
              <a:rPr lang="en-US" smtClean="0"/>
              <a:t>8/11/2026</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9B615C-4C49-491C-BBA4-2E889B4924C6}" type="slidenum">
              <a:rPr lang="en-US" smtClean="0"/>
              <a:t>‹#›</a:t>
            </a:fld>
            <a:endParaRPr lang="en-US"/>
          </a:p>
        </p:txBody>
      </p:sp>
    </p:spTree>
    <p:extLst>
      <p:ext uri="{BB962C8B-B14F-4D97-AF65-F5344CB8AC3E}">
        <p14:creationId xmlns:p14="http://schemas.microsoft.com/office/powerpoint/2010/main" val="3406690860"/>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DF83F7DC-5DC7-9A1F-2E8B-98C3C386E184}"/>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7B6A4395-3D1E-3306-5C37-96E9DCA02B09}"/>
              </a:ext>
            </a:extLst>
          </p:cNvPr>
          <p:cNvSpPr>
            <a:spLocks noGrp="1" noRot="1" noChangeAspect="1"/>
          </p:cNvSpPr>
          <p:nvPr>
            <p:ph type="sldImg" idx="2"/>
          </p:nvPr>
        </p:nvSpPr>
        <p:spPr>
          <a:xfrm>
            <a:off x="-900113" y="0"/>
            <a:ext cx="48006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a:extLst>
              <a:ext uri="{FF2B5EF4-FFF2-40B4-BE49-F238E27FC236}">
                <a16:creationId xmlns:a16="http://schemas.microsoft.com/office/drawing/2014/main" id="{CE2A089A-86F5-F06E-8892-A00CE13E726B}"/>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Cover stays eloquent and laconic. Only text on the slide: brand eyebrow, the two-line tagline, the sub-line. No pillar pills, no elevator pitch. Premium dark aesthetic with minimal decoration.</a:t>
            </a:r>
            <a:endParaRPr/>
          </a:p>
        </p:txBody>
      </p:sp>
      <p:sp>
        <p:nvSpPr>
          <p:cNvPr id="83" name="Google Shape;83;p1:notes">
            <a:extLst>
              <a:ext uri="{FF2B5EF4-FFF2-40B4-BE49-F238E27FC236}">
                <a16:creationId xmlns:a16="http://schemas.microsoft.com/office/drawing/2014/main" id="{079A4C26-1969-53A3-C2DE-782DEC614934}"/>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012207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6951956B-3288-0C1F-F269-766BD299EF52}"/>
            </a:ext>
          </a:extLst>
        </p:cNvPr>
        <p:cNvGrpSpPr/>
        <p:nvPr/>
      </p:nvGrpSpPr>
      <p:grpSpPr>
        <a:xfrm>
          <a:off x="0" y="0"/>
          <a:ext cx="0" cy="0"/>
          <a:chOff x="0" y="0"/>
          <a:chExt cx="0" cy="0"/>
        </a:xfrm>
      </p:grpSpPr>
      <p:sp>
        <p:nvSpPr>
          <p:cNvPr id="865" name="Google Shape;865;p22:notes">
            <a:extLst>
              <a:ext uri="{FF2B5EF4-FFF2-40B4-BE49-F238E27FC236}">
                <a16:creationId xmlns:a16="http://schemas.microsoft.com/office/drawing/2014/main" id="{4BD410E1-B9F5-1C1C-F90B-7EAC0EFBEC20}"/>
              </a:ext>
            </a:extLst>
          </p:cNvPr>
          <p:cNvSpPr>
            <a:spLocks noGrp="1" noRot="1" noChangeAspect="1"/>
          </p:cNvSpPr>
          <p:nvPr>
            <p:ph type="sldImg" idx="2"/>
          </p:nvPr>
        </p:nvSpPr>
        <p:spPr>
          <a:xfrm>
            <a:off x="-900113" y="0"/>
            <a:ext cx="48006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6" name="Google Shape;866;p22:notes">
            <a:extLst>
              <a:ext uri="{FF2B5EF4-FFF2-40B4-BE49-F238E27FC236}">
                <a16:creationId xmlns:a16="http://schemas.microsoft.com/office/drawing/2014/main" id="{84A6B243-463A-165B-2A99-BA601B5CA636}"/>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DARK final close. 'Your AI Ambition Deserves a Revenue Outcome.' is the closing line. Big mustard CTA button: 'Request a Revenue Audit'. Three closing stats below.</a:t>
            </a:r>
            <a:endParaRPr/>
          </a:p>
        </p:txBody>
      </p:sp>
      <p:sp>
        <p:nvSpPr>
          <p:cNvPr id="867" name="Google Shape;867;p22:notes">
            <a:extLst>
              <a:ext uri="{FF2B5EF4-FFF2-40B4-BE49-F238E27FC236}">
                <a16:creationId xmlns:a16="http://schemas.microsoft.com/office/drawing/2014/main" id="{3D768733-B59E-1A19-8363-B36EE2170D2A}"/>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144684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0C44FC7F-37BA-A928-9262-09EC0C492806}"/>
            </a:ext>
          </a:extLst>
        </p:cNvPr>
        <p:cNvGrpSpPr/>
        <p:nvPr/>
      </p:nvGrpSpPr>
      <p:grpSpPr>
        <a:xfrm>
          <a:off x="0" y="0"/>
          <a:ext cx="0" cy="0"/>
          <a:chOff x="0" y="0"/>
          <a:chExt cx="0" cy="0"/>
        </a:xfrm>
      </p:grpSpPr>
      <p:sp>
        <p:nvSpPr>
          <p:cNvPr id="865" name="Google Shape;865;p22:notes">
            <a:extLst>
              <a:ext uri="{FF2B5EF4-FFF2-40B4-BE49-F238E27FC236}">
                <a16:creationId xmlns:a16="http://schemas.microsoft.com/office/drawing/2014/main" id="{F42338EE-8383-043A-3BF6-F2AD36B6134E}"/>
              </a:ext>
            </a:extLst>
          </p:cNvPr>
          <p:cNvSpPr>
            <a:spLocks noGrp="1" noRot="1" noChangeAspect="1"/>
          </p:cNvSpPr>
          <p:nvPr>
            <p:ph type="sldImg" idx="2"/>
          </p:nvPr>
        </p:nvSpPr>
        <p:spPr>
          <a:xfrm>
            <a:off x="-900113" y="0"/>
            <a:ext cx="48006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6" name="Google Shape;866;p22:notes">
            <a:extLst>
              <a:ext uri="{FF2B5EF4-FFF2-40B4-BE49-F238E27FC236}">
                <a16:creationId xmlns:a16="http://schemas.microsoft.com/office/drawing/2014/main" id="{ABF9FD66-B776-18D4-7167-4643C533ADE2}"/>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DARK final close. 'Your AI Ambition Deserves a Revenue Outcome.' is the closing line. Big mustard CTA button: 'Request a Revenue Audit'. Three closing stats below.</a:t>
            </a:r>
            <a:endParaRPr/>
          </a:p>
        </p:txBody>
      </p:sp>
      <p:sp>
        <p:nvSpPr>
          <p:cNvPr id="867" name="Google Shape;867;p22:notes">
            <a:extLst>
              <a:ext uri="{FF2B5EF4-FFF2-40B4-BE49-F238E27FC236}">
                <a16:creationId xmlns:a16="http://schemas.microsoft.com/office/drawing/2014/main" id="{E5C73E64-4E66-26E6-D35C-A43780D4D1F3}"/>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608255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6858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DEFAULT">
    <p:bg>
      <p:bgPr>
        <a:solidFill>
          <a:srgbClr val="FAF6EC"/>
        </a:solidFill>
        <a:effectLst/>
      </p:bgPr>
    </p:bg>
    <p:spTree>
      <p:nvGrpSpPr>
        <p:cNvPr id="1" name=""/>
        <p:cNvGrpSpPr/>
        <p:nvPr/>
      </p:nvGrpSpPr>
      <p:grpSpPr>
        <a:xfrm>
          <a:off x="0" y="0"/>
          <a:ext cx="0" cy="0"/>
          <a:chOff x="0" y="0"/>
          <a:chExt cx="0" cy="0"/>
        </a:xfrm>
      </p:grpSpPr>
      <p:sp>
        <p:nvSpPr>
          <p:cNvPr id="7" name="Google Shape;665;p28">
            <a:extLst>
              <a:ext uri="{FF2B5EF4-FFF2-40B4-BE49-F238E27FC236}">
                <a16:creationId xmlns:a16="http://schemas.microsoft.com/office/drawing/2014/main" id="{2D6B01AB-229D-D89C-4943-C0B2C45FFFA5}"/>
              </a:ext>
            </a:extLst>
          </p:cNvPr>
          <p:cNvSpPr txBox="1"/>
          <p:nvPr userDrawn="1"/>
        </p:nvSpPr>
        <p:spPr>
          <a:xfrm>
            <a:off x="609600" y="5448300"/>
            <a:ext cx="4533900" cy="106183"/>
          </a:xfrm>
          <a:prstGeom prst="rect">
            <a:avLst/>
          </a:prstGeom>
          <a:noFill/>
          <a:ln>
            <a:noFill/>
          </a:ln>
        </p:spPr>
        <p:txBody>
          <a:bodyPr spcFirstLastPara="1" wrap="square" lIns="0" tIns="0" rIns="0" bIns="0" anchor="t" anchorCtr="0">
            <a:spAutoFit/>
          </a:bodyPr>
          <a:lstStyle/>
          <a:p>
            <a:pPr marL="0" marR="0" lvl="0" indent="0" algn="l" defTabSz="685800" rtl="0" eaLnBrk="1" fontAlgn="auto" latinLnBrk="0" hangingPunct="1">
              <a:lnSpc>
                <a:spcPct val="115000"/>
              </a:lnSpc>
              <a:spcBef>
                <a:spcPts val="0"/>
              </a:spcBef>
              <a:spcAft>
                <a:spcPts val="0"/>
              </a:spcAft>
              <a:buClr>
                <a:srgbClr val="000000"/>
              </a:buClr>
              <a:buSzTx/>
              <a:buFontTx/>
              <a:buNone/>
              <a:tabLst/>
              <a:defRPr/>
            </a:pPr>
            <a:r>
              <a:rPr kumimoji="0" lang="en-US" sz="600" b="0" i="0" u="none" strike="noStrike" kern="0" cap="none" spc="0" normalizeH="0" baseline="0" noProof="0" dirty="0">
                <a:ln>
                  <a:noFill/>
                </a:ln>
                <a:solidFill>
                  <a:prstClr val="white">
                    <a:lumMod val="50000"/>
                  </a:prstClr>
                </a:solidFill>
                <a:effectLst/>
                <a:uLnTx/>
                <a:uFillTx/>
                <a:latin typeface="Plus Jakarta Sans" pitchFamily="2" charset="0"/>
                <a:ea typeface="Roboto" panose="02000000000000000000" pitchFamily="2" charset="0"/>
                <a:cs typeface="Plus Jakarta Sans" pitchFamily="2" charset="0"/>
                <a:sym typeface="Lato"/>
              </a:rPr>
              <a:t>CONFIDENTIAL  © 2026 . ARIVITI</a:t>
            </a:r>
          </a:p>
        </p:txBody>
      </p:sp>
      <p:sp>
        <p:nvSpPr>
          <p:cNvPr id="8" name="Google Shape;666;p28">
            <a:extLst>
              <a:ext uri="{FF2B5EF4-FFF2-40B4-BE49-F238E27FC236}">
                <a16:creationId xmlns:a16="http://schemas.microsoft.com/office/drawing/2014/main" id="{D0796DC6-8320-9588-5551-AD89EC68CF4E}"/>
              </a:ext>
            </a:extLst>
          </p:cNvPr>
          <p:cNvSpPr txBox="1"/>
          <p:nvPr userDrawn="1"/>
        </p:nvSpPr>
        <p:spPr>
          <a:xfrm>
            <a:off x="7886701" y="5448300"/>
            <a:ext cx="914171" cy="12465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675" b="0" i="0" u="none" strike="noStrike" cap="none" dirty="0">
                <a:solidFill>
                  <a:srgbClr val="6B6B66"/>
                </a:solidFill>
                <a:latin typeface="Space Grotesk" pitchFamily="2" charset="0"/>
                <a:ea typeface="Inter"/>
                <a:cs typeface="Space Grotesk" pitchFamily="2" charset="0"/>
                <a:sym typeface="Inter"/>
              </a:rPr>
              <a:t>ariviti.com</a:t>
            </a:r>
            <a:endParaRPr sz="675" dirty="0">
              <a:latin typeface="Space Grotesk" pitchFamily="2" charset="0"/>
              <a:cs typeface="Space Grotesk" pitchFamily="2" charset="0"/>
            </a:endParaRPr>
          </a:p>
        </p:txBody>
      </p:sp>
      <p:cxnSp>
        <p:nvCxnSpPr>
          <p:cNvPr id="9" name="Google Shape;89;p13">
            <a:extLst>
              <a:ext uri="{FF2B5EF4-FFF2-40B4-BE49-F238E27FC236}">
                <a16:creationId xmlns:a16="http://schemas.microsoft.com/office/drawing/2014/main" id="{55223743-66E4-687A-B8CF-AB4FA096B036}"/>
              </a:ext>
            </a:extLst>
          </p:cNvPr>
          <p:cNvCxnSpPr>
            <a:cxnSpLocks/>
          </p:cNvCxnSpPr>
          <p:nvPr userDrawn="1"/>
        </p:nvCxnSpPr>
        <p:spPr>
          <a:xfrm>
            <a:off x="609600" y="5329811"/>
            <a:ext cx="8191272" cy="0"/>
          </a:xfrm>
          <a:prstGeom prst="straightConnector1">
            <a:avLst/>
          </a:prstGeom>
          <a:noFill/>
          <a:ln w="9525" cap="flat" cmpd="sng">
            <a:solidFill>
              <a:srgbClr val="C9A33C"/>
            </a:solidFill>
            <a:prstDash val="solid"/>
            <a:round/>
            <a:headEnd type="none" w="sm" len="sm"/>
            <a:tailEnd type="none" w="sm" len="sm"/>
          </a:ln>
          <a:effectLst/>
        </p:spPr>
      </p:cxnSp>
      <p:sp>
        <p:nvSpPr>
          <p:cNvPr id="5" name="Rectangle 4">
            <a:extLst>
              <a:ext uri="{FF2B5EF4-FFF2-40B4-BE49-F238E27FC236}">
                <a16:creationId xmlns:a16="http://schemas.microsoft.com/office/drawing/2014/main" id="{D83EB5DD-7C53-7A0E-ADD5-B31535A79B65}"/>
              </a:ext>
            </a:extLst>
          </p:cNvPr>
          <p:cNvSpPr/>
          <p:nvPr userDrawn="1"/>
        </p:nvSpPr>
        <p:spPr>
          <a:xfrm>
            <a:off x="502920" y="4220029"/>
            <a:ext cx="5469255" cy="7651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l" defTabSz="685800" rtl="0" eaLnBrk="1" fontAlgn="auto" latinLnBrk="0" hangingPunct="1">
              <a:lnSpc>
                <a:spcPct val="100000"/>
              </a:lnSpc>
              <a:spcBef>
                <a:spcPts val="0"/>
              </a:spcBef>
              <a:spcAft>
                <a:spcPts val="0"/>
              </a:spcAft>
              <a:buClr>
                <a:srgbClr val="000000"/>
              </a:buClr>
              <a:buSzTx/>
              <a:buFont typeface="Arial"/>
              <a:buNone/>
              <a:tabLst/>
              <a:defRPr/>
            </a:pPr>
            <a:r>
              <a:rPr lang="en-US" sz="1800" b="1" dirty="0">
                <a:solidFill>
                  <a:prstClr val="black"/>
                </a:solidFill>
                <a:latin typeface="Space Grotesk" pitchFamily="2" charset="0"/>
                <a:ea typeface="Roboto" panose="02000000000000000000" pitchFamily="2" charset="0"/>
                <a:cs typeface="Space Grotesk" pitchFamily="2" charset="0"/>
                <a:sym typeface="Lato"/>
              </a:rPr>
              <a:t>ARIVITI | </a:t>
            </a:r>
            <a:r>
              <a:rPr lang="en-US" sz="1800" b="0" dirty="0">
                <a:solidFill>
                  <a:prstClr val="black"/>
                </a:solidFill>
                <a:latin typeface="Space Grotesk" pitchFamily="2" charset="0"/>
                <a:ea typeface="Roboto" panose="02000000000000000000" pitchFamily="2" charset="0"/>
                <a:cs typeface="Space Grotesk" pitchFamily="2" charset="0"/>
                <a:sym typeface="Lato"/>
              </a:rPr>
              <a:t>TECHNO-</a:t>
            </a:r>
            <a:r>
              <a:rPr lang="en-US" sz="1800" dirty="0">
                <a:solidFill>
                  <a:prstClr val="black"/>
                </a:solidFill>
                <a:latin typeface="Space Grotesk" pitchFamily="2" charset="0"/>
                <a:ea typeface="Roboto" panose="02000000000000000000" pitchFamily="2" charset="0"/>
                <a:cs typeface="Space Grotesk" pitchFamily="2" charset="0"/>
                <a:sym typeface="Lato"/>
              </a:rPr>
              <a:t>COMMERCIAL PROPOSAL</a:t>
            </a:r>
            <a:endParaRPr lang="en-US" sz="4050" dirty="0">
              <a:solidFill>
                <a:prstClr val="black"/>
              </a:solidFill>
              <a:latin typeface="Space Grotesk" pitchFamily="2" charset="0"/>
              <a:ea typeface="Roboto" panose="02000000000000000000" pitchFamily="2" charset="0"/>
              <a:cs typeface="Space Grotesk" pitchFamily="2" charset="0"/>
              <a:sym typeface="Lato"/>
            </a:endParaRPr>
          </a:p>
          <a:p>
            <a:pPr lvl="0"/>
            <a:br>
              <a:rPr lang="en-US" sz="1800" b="1" dirty="0">
                <a:solidFill>
                  <a:srgbClr val="2A2076"/>
                </a:solidFill>
                <a:latin typeface="Plus Jakarta Sans" pitchFamily="2" charset="0"/>
                <a:ea typeface="Roboto" panose="02000000000000000000" pitchFamily="2" charset="0"/>
                <a:cs typeface="Plus Jakarta Sans" pitchFamily="2" charset="0"/>
                <a:sym typeface="Lato"/>
              </a:rPr>
            </a:br>
            <a:r>
              <a:rPr lang="en-US" sz="1500" b="1" dirty="0">
                <a:solidFill>
                  <a:srgbClr val="2A2076"/>
                </a:solidFill>
                <a:latin typeface="Plus Jakarta Sans" pitchFamily="2" charset="0"/>
                <a:ea typeface="Roboto" panose="02000000000000000000" pitchFamily="2" charset="0"/>
                <a:cs typeface="Plus Jakarta Sans" pitchFamily="2" charset="0"/>
                <a:sym typeface="Lato"/>
              </a:rPr>
              <a:t>Enterprise Transformation</a:t>
            </a:r>
            <a:endParaRPr lang="en-US" sz="1800" b="1" dirty="0">
              <a:solidFill>
                <a:srgbClr val="2A2076"/>
              </a:solidFill>
              <a:latin typeface="Plus Jakarta Sans" pitchFamily="2" charset="0"/>
              <a:ea typeface="Roboto" panose="02000000000000000000" pitchFamily="2" charset="0"/>
              <a:cs typeface="Plus Jakarta Sans" pitchFamily="2" charset="0"/>
              <a:sym typeface="Lato"/>
            </a:endParaRPr>
          </a:p>
          <a:p>
            <a:pPr>
              <a:lnSpc>
                <a:spcPct val="115000"/>
              </a:lnSpc>
              <a:buFontTx/>
              <a:buNone/>
            </a:pPr>
            <a:r>
              <a:rPr lang="en-US" sz="900" dirty="0">
                <a:solidFill>
                  <a:prstClr val="black"/>
                </a:solidFill>
                <a:latin typeface="Plus Jakarta Sans" pitchFamily="2" charset="0"/>
                <a:ea typeface="Roboto" panose="02000000000000000000" pitchFamily="2" charset="0"/>
                <a:cs typeface="Plus Jakarta Sans" pitchFamily="2" charset="0"/>
                <a:sym typeface="Lato"/>
              </a:rPr>
              <a:t>with Cloud, AI &amp; Digital</a:t>
            </a:r>
            <a:endParaRPr lang="en-US" sz="1500" dirty="0">
              <a:solidFill>
                <a:prstClr val="black"/>
              </a:solidFill>
              <a:latin typeface="Plus Jakarta Sans" pitchFamily="2" charset="0"/>
              <a:ea typeface="Roboto" panose="02000000000000000000" pitchFamily="2" charset="0"/>
              <a:cs typeface="Plus Jakarta Sans" pitchFamily="2" charset="0"/>
              <a:sym typeface="Lato"/>
            </a:endParaRPr>
          </a:p>
        </p:txBody>
      </p:sp>
      <p:pic>
        <p:nvPicPr>
          <p:cNvPr id="10" name="Picture 9">
            <a:extLst>
              <a:ext uri="{FF2B5EF4-FFF2-40B4-BE49-F238E27FC236}">
                <a16:creationId xmlns:a16="http://schemas.microsoft.com/office/drawing/2014/main" id="{1B15CACD-8F82-BD6B-105B-702C01AD4380}"/>
              </a:ext>
            </a:extLst>
          </p:cNvPr>
          <p:cNvPicPr>
            <a:picLocks noChangeAspect="1"/>
          </p:cNvPicPr>
          <p:nvPr userDrawn="1"/>
        </p:nvPicPr>
        <p:blipFill>
          <a:blip r:embed="rId2"/>
          <a:stretch>
            <a:fillRect/>
          </a:stretch>
        </p:blipFill>
        <p:spPr>
          <a:xfrm flipH="1">
            <a:off x="2607469" y="367217"/>
            <a:ext cx="6361367" cy="3687493"/>
          </a:xfrm>
          <a:prstGeom prst="rect">
            <a:avLst/>
          </a:prstGeom>
        </p:spPr>
      </p:pic>
      <p:pic>
        <p:nvPicPr>
          <p:cNvPr id="3" name="Picture 2">
            <a:extLst>
              <a:ext uri="{FF2B5EF4-FFF2-40B4-BE49-F238E27FC236}">
                <a16:creationId xmlns:a16="http://schemas.microsoft.com/office/drawing/2014/main" id="{773420B2-B52A-5217-53E1-299CBC9E1C3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1564" y="792000"/>
            <a:ext cx="3335539" cy="1252800"/>
          </a:xfrm>
          <a:prstGeom prst="rect">
            <a:avLst/>
          </a:prstGeom>
        </p:spPr>
      </p:pic>
    </p:spTree>
    <p:extLst>
      <p:ext uri="{BB962C8B-B14F-4D97-AF65-F5344CB8AC3E}">
        <p14:creationId xmlns:p14="http://schemas.microsoft.com/office/powerpoint/2010/main" val="1679792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5_DEFAULT">
    <p:bg>
      <p:bgPr>
        <a:solidFill>
          <a:srgbClr val="FAF6EC"/>
        </a:solidFill>
        <a:effectLst/>
      </p:bgPr>
    </p:bg>
    <p:spTree>
      <p:nvGrpSpPr>
        <p:cNvPr id="1" name=""/>
        <p:cNvGrpSpPr/>
        <p:nvPr/>
      </p:nvGrpSpPr>
      <p:grpSpPr>
        <a:xfrm>
          <a:off x="0" y="0"/>
          <a:ext cx="0" cy="0"/>
          <a:chOff x="0" y="0"/>
          <a:chExt cx="0" cy="0"/>
        </a:xfrm>
      </p:grpSpPr>
      <p:sp>
        <p:nvSpPr>
          <p:cNvPr id="7" name="Google Shape;665;p28">
            <a:extLst>
              <a:ext uri="{FF2B5EF4-FFF2-40B4-BE49-F238E27FC236}">
                <a16:creationId xmlns:a16="http://schemas.microsoft.com/office/drawing/2014/main" id="{2D6B01AB-229D-D89C-4943-C0B2C45FFFA5}"/>
              </a:ext>
            </a:extLst>
          </p:cNvPr>
          <p:cNvSpPr txBox="1"/>
          <p:nvPr userDrawn="1"/>
        </p:nvSpPr>
        <p:spPr>
          <a:xfrm>
            <a:off x="466725" y="5448300"/>
            <a:ext cx="4676775" cy="106183"/>
          </a:xfrm>
          <a:prstGeom prst="rect">
            <a:avLst/>
          </a:prstGeom>
          <a:noFill/>
          <a:ln>
            <a:noFill/>
          </a:ln>
        </p:spPr>
        <p:txBody>
          <a:bodyPr spcFirstLastPara="1" wrap="square" lIns="0" tIns="0" rIns="0" bIns="0" anchor="t" anchorCtr="0">
            <a:spAutoFit/>
          </a:bodyPr>
          <a:lstStyle/>
          <a:p>
            <a:pPr marL="0" marR="0" lvl="0" indent="0" algn="l" defTabSz="685800" rtl="0" eaLnBrk="1" fontAlgn="auto" latinLnBrk="0" hangingPunct="1">
              <a:lnSpc>
                <a:spcPct val="115000"/>
              </a:lnSpc>
              <a:spcBef>
                <a:spcPts val="0"/>
              </a:spcBef>
              <a:spcAft>
                <a:spcPts val="0"/>
              </a:spcAft>
              <a:buClr>
                <a:srgbClr val="000000"/>
              </a:buClr>
              <a:buSzTx/>
              <a:buFontTx/>
              <a:buNone/>
              <a:tabLst/>
              <a:defRPr/>
            </a:pPr>
            <a:r>
              <a:rPr kumimoji="0" lang="en-US" sz="600" b="0" i="0" u="none" strike="noStrike" kern="0" cap="none" spc="0" normalizeH="0" baseline="0" noProof="0" dirty="0">
                <a:ln>
                  <a:noFill/>
                </a:ln>
                <a:solidFill>
                  <a:prstClr val="white">
                    <a:lumMod val="50000"/>
                  </a:prstClr>
                </a:solidFill>
                <a:effectLst/>
                <a:uLnTx/>
                <a:uFillTx/>
                <a:latin typeface="Plus Jakarta Sans" pitchFamily="2" charset="0"/>
                <a:ea typeface="Roboto" panose="02000000000000000000" pitchFamily="2" charset="0"/>
                <a:cs typeface="Plus Jakarta Sans" pitchFamily="2" charset="0"/>
                <a:sym typeface="Lato"/>
              </a:rPr>
              <a:t>CONFIDENTIAL  © 2026 . ARIVITI</a:t>
            </a:r>
          </a:p>
        </p:txBody>
      </p:sp>
      <p:sp>
        <p:nvSpPr>
          <p:cNvPr id="8" name="Google Shape;666;p28">
            <a:extLst>
              <a:ext uri="{FF2B5EF4-FFF2-40B4-BE49-F238E27FC236}">
                <a16:creationId xmlns:a16="http://schemas.microsoft.com/office/drawing/2014/main" id="{D0796DC6-8320-9588-5551-AD89EC68CF4E}"/>
              </a:ext>
            </a:extLst>
          </p:cNvPr>
          <p:cNvSpPr txBox="1"/>
          <p:nvPr userDrawn="1"/>
        </p:nvSpPr>
        <p:spPr>
          <a:xfrm>
            <a:off x="7886701" y="5448300"/>
            <a:ext cx="914171" cy="12465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675" b="0" i="0" u="none" strike="noStrike" cap="none" dirty="0">
                <a:solidFill>
                  <a:srgbClr val="6B6B66"/>
                </a:solidFill>
                <a:latin typeface="Space Grotesk" pitchFamily="2" charset="0"/>
                <a:ea typeface="Inter"/>
                <a:cs typeface="Space Grotesk" pitchFamily="2" charset="0"/>
                <a:sym typeface="Inter"/>
              </a:rPr>
              <a:t>ariviti.com</a:t>
            </a:r>
            <a:endParaRPr sz="675" dirty="0">
              <a:latin typeface="Space Grotesk" pitchFamily="2" charset="0"/>
              <a:cs typeface="Space Grotesk" pitchFamily="2" charset="0"/>
            </a:endParaRPr>
          </a:p>
        </p:txBody>
      </p:sp>
      <p:cxnSp>
        <p:nvCxnSpPr>
          <p:cNvPr id="9" name="Google Shape;89;p13">
            <a:extLst>
              <a:ext uri="{FF2B5EF4-FFF2-40B4-BE49-F238E27FC236}">
                <a16:creationId xmlns:a16="http://schemas.microsoft.com/office/drawing/2014/main" id="{55223743-66E4-687A-B8CF-AB4FA096B036}"/>
              </a:ext>
            </a:extLst>
          </p:cNvPr>
          <p:cNvCxnSpPr>
            <a:cxnSpLocks/>
          </p:cNvCxnSpPr>
          <p:nvPr userDrawn="1"/>
        </p:nvCxnSpPr>
        <p:spPr>
          <a:xfrm>
            <a:off x="466726" y="5329811"/>
            <a:ext cx="8334146" cy="0"/>
          </a:xfrm>
          <a:prstGeom prst="straightConnector1">
            <a:avLst/>
          </a:prstGeom>
          <a:noFill/>
          <a:ln w="9525" cap="flat" cmpd="sng">
            <a:solidFill>
              <a:srgbClr val="C9A33C"/>
            </a:solidFill>
            <a:prstDash val="solid"/>
            <a:round/>
            <a:headEnd type="none" w="sm" len="sm"/>
            <a:tailEnd type="none" w="sm" len="sm"/>
          </a:ln>
          <a:effectLst/>
        </p:spPr>
      </p:cxnSp>
      <p:cxnSp>
        <p:nvCxnSpPr>
          <p:cNvPr id="2" name="Google Shape;161;p16">
            <a:extLst>
              <a:ext uri="{FF2B5EF4-FFF2-40B4-BE49-F238E27FC236}">
                <a16:creationId xmlns:a16="http://schemas.microsoft.com/office/drawing/2014/main" id="{5D910CEC-ED75-8DC7-3720-F07EAC55A7B0}"/>
              </a:ext>
            </a:extLst>
          </p:cNvPr>
          <p:cNvCxnSpPr>
            <a:cxnSpLocks/>
          </p:cNvCxnSpPr>
          <p:nvPr userDrawn="1"/>
        </p:nvCxnSpPr>
        <p:spPr>
          <a:xfrm>
            <a:off x="502921" y="609600"/>
            <a:ext cx="8297951" cy="0"/>
          </a:xfrm>
          <a:prstGeom prst="straightConnector1">
            <a:avLst/>
          </a:prstGeom>
          <a:noFill/>
          <a:ln w="9525" cap="flat" cmpd="sng">
            <a:solidFill>
              <a:srgbClr val="CCC4B0"/>
            </a:solidFill>
            <a:prstDash val="solid"/>
            <a:round/>
            <a:headEnd type="none" w="sm" len="sm"/>
            <a:tailEnd type="none" w="sm" len="sm"/>
          </a:ln>
          <a:effectLst/>
        </p:spPr>
      </p:cxnSp>
      <p:pic>
        <p:nvPicPr>
          <p:cNvPr id="10" name="Picture 9">
            <a:extLst>
              <a:ext uri="{FF2B5EF4-FFF2-40B4-BE49-F238E27FC236}">
                <a16:creationId xmlns:a16="http://schemas.microsoft.com/office/drawing/2014/main" id="{D0AB7245-2A9D-8B52-854D-DA709F7981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03343" y="101568"/>
            <a:ext cx="1144428" cy="424962"/>
          </a:xfrm>
          <a:prstGeom prst="rect">
            <a:avLst/>
          </a:prstGeom>
        </p:spPr>
      </p:pic>
    </p:spTree>
    <p:extLst>
      <p:ext uri="{BB962C8B-B14F-4D97-AF65-F5344CB8AC3E}">
        <p14:creationId xmlns:p14="http://schemas.microsoft.com/office/powerpoint/2010/main" val="459377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6_DEFAULT">
    <p:bg>
      <p:bgPr>
        <a:solidFill>
          <a:srgbClr val="FAF6EC"/>
        </a:solidFill>
        <a:effectLst/>
      </p:bgPr>
    </p:bg>
    <p:spTree>
      <p:nvGrpSpPr>
        <p:cNvPr id="1" name=""/>
        <p:cNvGrpSpPr/>
        <p:nvPr/>
      </p:nvGrpSpPr>
      <p:grpSpPr>
        <a:xfrm>
          <a:off x="0" y="0"/>
          <a:ext cx="0" cy="0"/>
          <a:chOff x="0" y="0"/>
          <a:chExt cx="0" cy="0"/>
        </a:xfrm>
      </p:grpSpPr>
      <p:sp>
        <p:nvSpPr>
          <p:cNvPr id="7" name="Google Shape;665;p28">
            <a:extLst>
              <a:ext uri="{FF2B5EF4-FFF2-40B4-BE49-F238E27FC236}">
                <a16:creationId xmlns:a16="http://schemas.microsoft.com/office/drawing/2014/main" id="{2D6B01AB-229D-D89C-4943-C0B2C45FFFA5}"/>
              </a:ext>
            </a:extLst>
          </p:cNvPr>
          <p:cNvSpPr txBox="1"/>
          <p:nvPr userDrawn="1"/>
        </p:nvSpPr>
        <p:spPr>
          <a:xfrm>
            <a:off x="466725" y="5448300"/>
            <a:ext cx="4676775" cy="106183"/>
          </a:xfrm>
          <a:prstGeom prst="rect">
            <a:avLst/>
          </a:prstGeom>
          <a:noFill/>
          <a:ln>
            <a:noFill/>
          </a:ln>
        </p:spPr>
        <p:txBody>
          <a:bodyPr spcFirstLastPara="1" wrap="square" lIns="0" tIns="0" rIns="0" bIns="0" anchor="t" anchorCtr="0">
            <a:spAutoFit/>
          </a:bodyPr>
          <a:lstStyle/>
          <a:p>
            <a:pPr marL="0" marR="0" lvl="0" indent="0" algn="l" defTabSz="685800" rtl="0" eaLnBrk="1" fontAlgn="auto" latinLnBrk="0" hangingPunct="1">
              <a:lnSpc>
                <a:spcPct val="115000"/>
              </a:lnSpc>
              <a:spcBef>
                <a:spcPts val="0"/>
              </a:spcBef>
              <a:spcAft>
                <a:spcPts val="0"/>
              </a:spcAft>
              <a:buClr>
                <a:srgbClr val="000000"/>
              </a:buClr>
              <a:buSzTx/>
              <a:buFontTx/>
              <a:buNone/>
              <a:tabLst/>
              <a:defRPr/>
            </a:pPr>
            <a:r>
              <a:rPr kumimoji="0" lang="en-US" sz="600" b="0" i="0" u="none" strike="noStrike" kern="0" cap="none" spc="0" normalizeH="0" baseline="0" noProof="0" dirty="0">
                <a:ln>
                  <a:noFill/>
                </a:ln>
                <a:solidFill>
                  <a:prstClr val="white">
                    <a:lumMod val="50000"/>
                  </a:prstClr>
                </a:solidFill>
                <a:effectLst/>
                <a:uLnTx/>
                <a:uFillTx/>
                <a:latin typeface="Plus Jakarta Sans" pitchFamily="2" charset="0"/>
                <a:ea typeface="Roboto" panose="02000000000000000000" pitchFamily="2" charset="0"/>
                <a:cs typeface="Plus Jakarta Sans" pitchFamily="2" charset="0"/>
                <a:sym typeface="Lato"/>
              </a:rPr>
              <a:t>CONFIDENTIAL  © 2026 . ARIVITI</a:t>
            </a:r>
          </a:p>
        </p:txBody>
      </p:sp>
      <p:sp>
        <p:nvSpPr>
          <p:cNvPr id="8" name="Google Shape;666;p28">
            <a:extLst>
              <a:ext uri="{FF2B5EF4-FFF2-40B4-BE49-F238E27FC236}">
                <a16:creationId xmlns:a16="http://schemas.microsoft.com/office/drawing/2014/main" id="{D0796DC6-8320-9588-5551-AD89EC68CF4E}"/>
              </a:ext>
            </a:extLst>
          </p:cNvPr>
          <p:cNvSpPr txBox="1"/>
          <p:nvPr userDrawn="1"/>
        </p:nvSpPr>
        <p:spPr>
          <a:xfrm>
            <a:off x="7886701" y="5448300"/>
            <a:ext cx="914171" cy="12465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675" b="0" i="0" u="none" strike="noStrike" cap="none" dirty="0">
                <a:solidFill>
                  <a:srgbClr val="6B6B66"/>
                </a:solidFill>
                <a:latin typeface="Space Grotesk" pitchFamily="2" charset="0"/>
                <a:ea typeface="Inter"/>
                <a:cs typeface="Space Grotesk" pitchFamily="2" charset="0"/>
                <a:sym typeface="Inter"/>
              </a:rPr>
              <a:t>ariviti.com</a:t>
            </a:r>
            <a:endParaRPr sz="675" dirty="0">
              <a:latin typeface="Space Grotesk" pitchFamily="2" charset="0"/>
              <a:cs typeface="Space Grotesk" pitchFamily="2" charset="0"/>
            </a:endParaRPr>
          </a:p>
        </p:txBody>
      </p:sp>
      <p:cxnSp>
        <p:nvCxnSpPr>
          <p:cNvPr id="9" name="Google Shape;89;p13">
            <a:extLst>
              <a:ext uri="{FF2B5EF4-FFF2-40B4-BE49-F238E27FC236}">
                <a16:creationId xmlns:a16="http://schemas.microsoft.com/office/drawing/2014/main" id="{55223743-66E4-687A-B8CF-AB4FA096B036}"/>
              </a:ext>
            </a:extLst>
          </p:cNvPr>
          <p:cNvCxnSpPr>
            <a:cxnSpLocks/>
          </p:cNvCxnSpPr>
          <p:nvPr userDrawn="1"/>
        </p:nvCxnSpPr>
        <p:spPr>
          <a:xfrm>
            <a:off x="466726" y="5329811"/>
            <a:ext cx="8334146" cy="0"/>
          </a:xfrm>
          <a:prstGeom prst="straightConnector1">
            <a:avLst/>
          </a:prstGeom>
          <a:noFill/>
          <a:ln w="9525" cap="flat" cmpd="sng">
            <a:solidFill>
              <a:srgbClr val="C9A33C"/>
            </a:solidFill>
            <a:prstDash val="solid"/>
            <a:round/>
            <a:headEnd type="none" w="sm" len="sm"/>
            <a:tailEnd type="none" w="sm" len="sm"/>
          </a:ln>
          <a:effectLst/>
        </p:spPr>
      </p:cxnSp>
      <p:pic>
        <p:nvPicPr>
          <p:cNvPr id="5" name="Picture 4">
            <a:extLst>
              <a:ext uri="{FF2B5EF4-FFF2-40B4-BE49-F238E27FC236}">
                <a16:creationId xmlns:a16="http://schemas.microsoft.com/office/drawing/2014/main" id="{9D2DA19A-4E04-4B93-59FB-F79C395410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03343" y="101568"/>
            <a:ext cx="1144428" cy="424962"/>
          </a:xfrm>
          <a:prstGeom prst="rect">
            <a:avLst/>
          </a:prstGeom>
        </p:spPr>
      </p:pic>
    </p:spTree>
    <p:extLst>
      <p:ext uri="{BB962C8B-B14F-4D97-AF65-F5344CB8AC3E}">
        <p14:creationId xmlns:p14="http://schemas.microsoft.com/office/powerpoint/2010/main" val="3191171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FAULT">
    <p:bg>
      <p:bgPr>
        <a:solidFill>
          <a:srgbClr val="FAF6EC"/>
        </a:solidFill>
        <a:effectLst/>
      </p:bgPr>
    </p:bg>
    <p:spTree>
      <p:nvGrpSpPr>
        <p:cNvPr id="1" name=""/>
        <p:cNvGrpSpPr/>
        <p:nvPr/>
      </p:nvGrpSpPr>
      <p:grpSpPr>
        <a:xfrm>
          <a:off x="0" y="0"/>
          <a:ext cx="0" cy="0"/>
          <a:chOff x="0" y="0"/>
          <a:chExt cx="0" cy="0"/>
        </a:xfrm>
      </p:grpSpPr>
      <p:sp>
        <p:nvSpPr>
          <p:cNvPr id="7" name="Google Shape;665;p28">
            <a:extLst>
              <a:ext uri="{FF2B5EF4-FFF2-40B4-BE49-F238E27FC236}">
                <a16:creationId xmlns:a16="http://schemas.microsoft.com/office/drawing/2014/main" id="{2D6B01AB-229D-D89C-4943-C0B2C45FFFA5}"/>
              </a:ext>
            </a:extLst>
          </p:cNvPr>
          <p:cNvSpPr txBox="1"/>
          <p:nvPr userDrawn="1"/>
        </p:nvSpPr>
        <p:spPr>
          <a:xfrm>
            <a:off x="500062" y="5448300"/>
            <a:ext cx="4643437" cy="110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600" b="0" i="0" u="none" strike="noStrike" cap="none" dirty="0">
                <a:solidFill>
                  <a:srgbClr val="6B6B66"/>
                </a:solidFill>
                <a:latin typeface="Plus Jakarta Sans" pitchFamily="2" charset="0"/>
                <a:ea typeface="Inter"/>
                <a:cs typeface="Plus Jakarta Sans" pitchFamily="2" charset="0"/>
                <a:sym typeface="Inter"/>
              </a:rPr>
              <a:t>ARIVITI · OVERVIEW · 2026</a:t>
            </a:r>
            <a:endParaRPr sz="1053" dirty="0">
              <a:latin typeface="Plus Jakarta Sans" pitchFamily="2" charset="0"/>
              <a:cs typeface="Plus Jakarta Sans" pitchFamily="2" charset="0"/>
            </a:endParaRPr>
          </a:p>
        </p:txBody>
      </p:sp>
      <p:sp>
        <p:nvSpPr>
          <p:cNvPr id="8" name="Google Shape;666;p28">
            <a:extLst>
              <a:ext uri="{FF2B5EF4-FFF2-40B4-BE49-F238E27FC236}">
                <a16:creationId xmlns:a16="http://schemas.microsoft.com/office/drawing/2014/main" id="{D0796DC6-8320-9588-5551-AD89EC68CF4E}"/>
              </a:ext>
            </a:extLst>
          </p:cNvPr>
          <p:cNvSpPr txBox="1"/>
          <p:nvPr userDrawn="1"/>
        </p:nvSpPr>
        <p:spPr>
          <a:xfrm>
            <a:off x="7886701" y="5448300"/>
            <a:ext cx="914171" cy="12465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675" b="0" i="0" u="none" strike="noStrike" cap="none" dirty="0">
                <a:solidFill>
                  <a:srgbClr val="6B6B66"/>
                </a:solidFill>
                <a:latin typeface="Space Grotesk" pitchFamily="2" charset="0"/>
                <a:ea typeface="Inter"/>
                <a:cs typeface="Space Grotesk" pitchFamily="2" charset="0"/>
                <a:sym typeface="Inter"/>
              </a:rPr>
              <a:t>ariviti.com</a:t>
            </a:r>
            <a:endParaRPr sz="675" dirty="0">
              <a:latin typeface="Space Grotesk" pitchFamily="2" charset="0"/>
              <a:cs typeface="Space Grotesk" pitchFamily="2" charset="0"/>
            </a:endParaRPr>
          </a:p>
        </p:txBody>
      </p:sp>
      <p:cxnSp>
        <p:nvCxnSpPr>
          <p:cNvPr id="9" name="Google Shape;89;p13">
            <a:extLst>
              <a:ext uri="{FF2B5EF4-FFF2-40B4-BE49-F238E27FC236}">
                <a16:creationId xmlns:a16="http://schemas.microsoft.com/office/drawing/2014/main" id="{55223743-66E4-687A-B8CF-AB4FA096B036}"/>
              </a:ext>
            </a:extLst>
          </p:cNvPr>
          <p:cNvCxnSpPr>
            <a:cxnSpLocks/>
          </p:cNvCxnSpPr>
          <p:nvPr userDrawn="1"/>
        </p:nvCxnSpPr>
        <p:spPr>
          <a:xfrm>
            <a:off x="500062" y="5329811"/>
            <a:ext cx="8300810" cy="0"/>
          </a:xfrm>
          <a:prstGeom prst="straightConnector1">
            <a:avLst/>
          </a:prstGeom>
          <a:noFill/>
          <a:ln w="9525" cap="flat" cmpd="sng">
            <a:solidFill>
              <a:srgbClr val="C9A33C"/>
            </a:solidFill>
            <a:prstDash val="solid"/>
            <a:round/>
            <a:headEnd type="none" w="sm" len="sm"/>
            <a:tailEnd type="none" w="sm" len="sm"/>
          </a:ln>
          <a:effectLst/>
        </p:spPr>
      </p:cxnSp>
    </p:spTree>
    <p:extLst>
      <p:ext uri="{BB962C8B-B14F-4D97-AF65-F5344CB8AC3E}">
        <p14:creationId xmlns:p14="http://schemas.microsoft.com/office/powerpoint/2010/main" val="3928490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DEFAULT">
    <p:bg>
      <p:bgPr>
        <a:solidFill>
          <a:srgbClr val="FAF6EC"/>
        </a:solidFill>
        <a:effectLst/>
      </p:bgPr>
    </p:bg>
    <p:spTree>
      <p:nvGrpSpPr>
        <p:cNvPr id="1" name=""/>
        <p:cNvGrpSpPr/>
        <p:nvPr/>
      </p:nvGrpSpPr>
      <p:grpSpPr>
        <a:xfrm>
          <a:off x="0" y="0"/>
          <a:ext cx="0" cy="0"/>
          <a:chOff x="0" y="0"/>
          <a:chExt cx="0" cy="0"/>
        </a:xfrm>
      </p:grpSpPr>
      <p:sp>
        <p:nvSpPr>
          <p:cNvPr id="7" name="Google Shape;665;p28">
            <a:extLst>
              <a:ext uri="{FF2B5EF4-FFF2-40B4-BE49-F238E27FC236}">
                <a16:creationId xmlns:a16="http://schemas.microsoft.com/office/drawing/2014/main" id="{2D6B01AB-229D-D89C-4943-C0B2C45FFFA5}"/>
              </a:ext>
            </a:extLst>
          </p:cNvPr>
          <p:cNvSpPr txBox="1"/>
          <p:nvPr userDrawn="1"/>
        </p:nvSpPr>
        <p:spPr>
          <a:xfrm>
            <a:off x="521494" y="5448300"/>
            <a:ext cx="4622006" cy="110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600" b="0" i="0" u="none" strike="noStrike" cap="none" dirty="0">
                <a:solidFill>
                  <a:srgbClr val="6B6B66"/>
                </a:solidFill>
                <a:latin typeface="Plus Jakarta Sans" pitchFamily="2" charset="0"/>
                <a:ea typeface="Inter"/>
                <a:cs typeface="Plus Jakarta Sans" pitchFamily="2" charset="0"/>
                <a:sym typeface="Inter"/>
              </a:rPr>
              <a:t>ARIVITI · QUALITY ENGINEERING · 2026</a:t>
            </a:r>
            <a:endParaRPr sz="1053" dirty="0">
              <a:latin typeface="Plus Jakarta Sans" pitchFamily="2" charset="0"/>
              <a:cs typeface="Plus Jakarta Sans" pitchFamily="2" charset="0"/>
            </a:endParaRPr>
          </a:p>
        </p:txBody>
      </p:sp>
      <p:sp>
        <p:nvSpPr>
          <p:cNvPr id="8" name="Google Shape;666;p28">
            <a:extLst>
              <a:ext uri="{FF2B5EF4-FFF2-40B4-BE49-F238E27FC236}">
                <a16:creationId xmlns:a16="http://schemas.microsoft.com/office/drawing/2014/main" id="{D0796DC6-8320-9588-5551-AD89EC68CF4E}"/>
              </a:ext>
            </a:extLst>
          </p:cNvPr>
          <p:cNvSpPr txBox="1"/>
          <p:nvPr userDrawn="1"/>
        </p:nvSpPr>
        <p:spPr>
          <a:xfrm>
            <a:off x="7886701" y="5448300"/>
            <a:ext cx="914171" cy="12465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675" b="0" i="0" u="none" strike="noStrike" cap="none" dirty="0">
                <a:solidFill>
                  <a:srgbClr val="6B6B66"/>
                </a:solidFill>
                <a:latin typeface="Space Grotesk" pitchFamily="2" charset="0"/>
                <a:ea typeface="Inter"/>
                <a:cs typeface="Space Grotesk" pitchFamily="2" charset="0"/>
                <a:sym typeface="Inter"/>
              </a:rPr>
              <a:t>ariviti.com</a:t>
            </a:r>
            <a:endParaRPr sz="675" dirty="0">
              <a:latin typeface="Space Grotesk" pitchFamily="2" charset="0"/>
              <a:cs typeface="Space Grotesk" pitchFamily="2" charset="0"/>
            </a:endParaRPr>
          </a:p>
        </p:txBody>
      </p:sp>
      <p:cxnSp>
        <p:nvCxnSpPr>
          <p:cNvPr id="9" name="Google Shape;89;p13">
            <a:extLst>
              <a:ext uri="{FF2B5EF4-FFF2-40B4-BE49-F238E27FC236}">
                <a16:creationId xmlns:a16="http://schemas.microsoft.com/office/drawing/2014/main" id="{55223743-66E4-687A-B8CF-AB4FA096B036}"/>
              </a:ext>
            </a:extLst>
          </p:cNvPr>
          <p:cNvCxnSpPr>
            <a:cxnSpLocks/>
          </p:cNvCxnSpPr>
          <p:nvPr userDrawn="1"/>
        </p:nvCxnSpPr>
        <p:spPr>
          <a:xfrm>
            <a:off x="521494" y="5329811"/>
            <a:ext cx="8279378" cy="0"/>
          </a:xfrm>
          <a:prstGeom prst="straightConnector1">
            <a:avLst/>
          </a:prstGeom>
          <a:noFill/>
          <a:ln w="9525" cap="flat" cmpd="sng">
            <a:solidFill>
              <a:srgbClr val="C9A33C"/>
            </a:solidFill>
            <a:prstDash val="solid"/>
            <a:round/>
            <a:headEnd type="none" w="sm" len="sm"/>
            <a:tailEnd type="none" w="sm" len="sm"/>
          </a:ln>
          <a:effectLst/>
        </p:spPr>
      </p:cxnSp>
    </p:spTree>
    <p:extLst>
      <p:ext uri="{BB962C8B-B14F-4D97-AF65-F5344CB8AC3E}">
        <p14:creationId xmlns:p14="http://schemas.microsoft.com/office/powerpoint/2010/main" val="2883530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DEFAULT">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6" name="Google Shape;94;p13">
            <a:extLst>
              <a:ext uri="{FF2B5EF4-FFF2-40B4-BE49-F238E27FC236}">
                <a16:creationId xmlns:a16="http://schemas.microsoft.com/office/drawing/2014/main" id="{C55749E8-009C-4327-32CC-BFC84AEFC995}"/>
              </a:ext>
            </a:extLst>
          </p:cNvPr>
          <p:cNvSpPr txBox="1"/>
          <p:nvPr userDrawn="1"/>
        </p:nvSpPr>
        <p:spPr>
          <a:xfrm>
            <a:off x="7886701" y="5448300"/>
            <a:ext cx="914171" cy="12465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675" b="0" i="0" u="none" strike="noStrike" cap="none" dirty="0">
                <a:solidFill>
                  <a:srgbClr val="C9A33C"/>
                </a:solidFill>
                <a:latin typeface="Space Grotesk" pitchFamily="2" charset="0"/>
                <a:ea typeface="Inter"/>
                <a:cs typeface="Space Grotesk" pitchFamily="2" charset="0"/>
                <a:sym typeface="Inter"/>
              </a:rPr>
              <a:t>ariviti.com</a:t>
            </a:r>
            <a:endParaRPr sz="1200" dirty="0">
              <a:latin typeface="Space Grotesk" pitchFamily="2" charset="0"/>
              <a:cs typeface="Space Grotesk" pitchFamily="2" charset="0"/>
            </a:endParaRPr>
          </a:p>
        </p:txBody>
      </p:sp>
      <p:cxnSp>
        <p:nvCxnSpPr>
          <p:cNvPr id="7" name="Google Shape;89;p13">
            <a:extLst>
              <a:ext uri="{FF2B5EF4-FFF2-40B4-BE49-F238E27FC236}">
                <a16:creationId xmlns:a16="http://schemas.microsoft.com/office/drawing/2014/main" id="{90EEE142-ED05-F22B-B4B4-1593BD4FB39D}"/>
              </a:ext>
            </a:extLst>
          </p:cNvPr>
          <p:cNvCxnSpPr>
            <a:cxnSpLocks/>
          </p:cNvCxnSpPr>
          <p:nvPr userDrawn="1"/>
        </p:nvCxnSpPr>
        <p:spPr>
          <a:xfrm>
            <a:off x="592930" y="5329811"/>
            <a:ext cx="8207942" cy="0"/>
          </a:xfrm>
          <a:prstGeom prst="straightConnector1">
            <a:avLst/>
          </a:prstGeom>
          <a:noFill/>
          <a:ln w="9525" cap="flat" cmpd="sng">
            <a:solidFill>
              <a:srgbClr val="C9A33C"/>
            </a:solidFill>
            <a:prstDash val="solid"/>
            <a:round/>
            <a:headEnd type="none" w="sm" len="sm"/>
            <a:tailEnd type="none" w="sm" len="sm"/>
          </a:ln>
          <a:effectLst/>
        </p:spPr>
      </p:cxnSp>
      <p:sp>
        <p:nvSpPr>
          <p:cNvPr id="9" name="Google Shape;93;p13">
            <a:extLst>
              <a:ext uri="{FF2B5EF4-FFF2-40B4-BE49-F238E27FC236}">
                <a16:creationId xmlns:a16="http://schemas.microsoft.com/office/drawing/2014/main" id="{59E08932-75DE-EF0B-03BA-80ABA808C72A}"/>
              </a:ext>
            </a:extLst>
          </p:cNvPr>
          <p:cNvSpPr txBox="1"/>
          <p:nvPr userDrawn="1"/>
        </p:nvSpPr>
        <p:spPr>
          <a:xfrm>
            <a:off x="592930" y="5455994"/>
            <a:ext cx="5236369" cy="110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600" b="0" i="0" u="none" strike="noStrike" cap="none" dirty="0">
                <a:solidFill>
                  <a:srgbClr val="C9A33C"/>
                </a:solidFill>
                <a:latin typeface="Plus Jakarta Sans" pitchFamily="2" charset="0"/>
                <a:ea typeface="Inter"/>
                <a:cs typeface="Plus Jakarta Sans" pitchFamily="2" charset="0"/>
                <a:sym typeface="Inter"/>
              </a:rPr>
              <a:t>CONFIDENTIAL  © 2026 . ARIVITI</a:t>
            </a:r>
          </a:p>
        </p:txBody>
      </p:sp>
      <p:cxnSp>
        <p:nvCxnSpPr>
          <p:cNvPr id="8" name="Google Shape;89;p13">
            <a:extLst>
              <a:ext uri="{FF2B5EF4-FFF2-40B4-BE49-F238E27FC236}">
                <a16:creationId xmlns:a16="http://schemas.microsoft.com/office/drawing/2014/main" id="{3C879757-DEA6-D3C9-F4C3-701DD12DAADC}"/>
              </a:ext>
            </a:extLst>
          </p:cNvPr>
          <p:cNvCxnSpPr>
            <a:cxnSpLocks/>
          </p:cNvCxnSpPr>
          <p:nvPr userDrawn="1"/>
        </p:nvCxnSpPr>
        <p:spPr>
          <a:xfrm>
            <a:off x="579121" y="609600"/>
            <a:ext cx="8207942" cy="0"/>
          </a:xfrm>
          <a:prstGeom prst="straightConnector1">
            <a:avLst/>
          </a:prstGeom>
          <a:noFill/>
          <a:ln w="9525" cap="flat" cmpd="sng">
            <a:solidFill>
              <a:srgbClr val="C9A33C"/>
            </a:solidFill>
            <a:prstDash val="solid"/>
            <a:round/>
            <a:headEnd type="none" w="sm" len="sm"/>
            <a:tailEnd type="none" w="sm" len="sm"/>
          </a:ln>
          <a:effectLst/>
        </p:spPr>
      </p:cxnSp>
      <p:pic>
        <p:nvPicPr>
          <p:cNvPr id="13" name="Picture 12">
            <a:extLst>
              <a:ext uri="{FF2B5EF4-FFF2-40B4-BE49-F238E27FC236}">
                <a16:creationId xmlns:a16="http://schemas.microsoft.com/office/drawing/2014/main" id="{BB645854-A890-7252-4A72-E77E04E7B3E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47384" y="124110"/>
            <a:ext cx="1083720" cy="402420"/>
          </a:xfrm>
          <a:prstGeom prst="rect">
            <a:avLst/>
          </a:prstGeom>
        </p:spPr>
      </p:pic>
    </p:spTree>
    <p:extLst>
      <p:ext uri="{BB962C8B-B14F-4D97-AF65-F5344CB8AC3E}">
        <p14:creationId xmlns:p14="http://schemas.microsoft.com/office/powerpoint/2010/main" val="1815388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8_DEFAULT">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6" name="Google Shape;94;p13">
            <a:extLst>
              <a:ext uri="{FF2B5EF4-FFF2-40B4-BE49-F238E27FC236}">
                <a16:creationId xmlns:a16="http://schemas.microsoft.com/office/drawing/2014/main" id="{C55749E8-009C-4327-32CC-BFC84AEFC995}"/>
              </a:ext>
            </a:extLst>
          </p:cNvPr>
          <p:cNvSpPr txBox="1"/>
          <p:nvPr userDrawn="1"/>
        </p:nvSpPr>
        <p:spPr>
          <a:xfrm>
            <a:off x="7886701" y="5448300"/>
            <a:ext cx="914171" cy="12465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675" b="0" i="0" u="none" strike="noStrike" cap="none" dirty="0">
                <a:solidFill>
                  <a:srgbClr val="C9A33C"/>
                </a:solidFill>
                <a:latin typeface="Space Grotesk" pitchFamily="2" charset="0"/>
                <a:ea typeface="Inter"/>
                <a:cs typeface="Space Grotesk" pitchFamily="2" charset="0"/>
                <a:sym typeface="Inter"/>
              </a:rPr>
              <a:t>ariviti.com</a:t>
            </a:r>
            <a:endParaRPr sz="1200" dirty="0">
              <a:latin typeface="Space Grotesk" pitchFamily="2" charset="0"/>
              <a:cs typeface="Space Grotesk" pitchFamily="2" charset="0"/>
            </a:endParaRPr>
          </a:p>
        </p:txBody>
      </p:sp>
      <p:cxnSp>
        <p:nvCxnSpPr>
          <p:cNvPr id="7" name="Google Shape;89;p13">
            <a:extLst>
              <a:ext uri="{FF2B5EF4-FFF2-40B4-BE49-F238E27FC236}">
                <a16:creationId xmlns:a16="http://schemas.microsoft.com/office/drawing/2014/main" id="{90EEE142-ED05-F22B-B4B4-1593BD4FB39D}"/>
              </a:ext>
            </a:extLst>
          </p:cNvPr>
          <p:cNvCxnSpPr>
            <a:cxnSpLocks/>
          </p:cNvCxnSpPr>
          <p:nvPr userDrawn="1"/>
        </p:nvCxnSpPr>
        <p:spPr>
          <a:xfrm>
            <a:off x="592930" y="5329811"/>
            <a:ext cx="8207942" cy="0"/>
          </a:xfrm>
          <a:prstGeom prst="straightConnector1">
            <a:avLst/>
          </a:prstGeom>
          <a:noFill/>
          <a:ln w="9525" cap="flat" cmpd="sng">
            <a:solidFill>
              <a:srgbClr val="C9A33C"/>
            </a:solidFill>
            <a:prstDash val="solid"/>
            <a:round/>
            <a:headEnd type="none" w="sm" len="sm"/>
            <a:tailEnd type="none" w="sm" len="sm"/>
          </a:ln>
          <a:effectLst/>
        </p:spPr>
      </p:cxnSp>
      <p:sp>
        <p:nvSpPr>
          <p:cNvPr id="9" name="Google Shape;93;p13">
            <a:extLst>
              <a:ext uri="{FF2B5EF4-FFF2-40B4-BE49-F238E27FC236}">
                <a16:creationId xmlns:a16="http://schemas.microsoft.com/office/drawing/2014/main" id="{59E08932-75DE-EF0B-03BA-80ABA808C72A}"/>
              </a:ext>
            </a:extLst>
          </p:cNvPr>
          <p:cNvSpPr txBox="1"/>
          <p:nvPr userDrawn="1"/>
        </p:nvSpPr>
        <p:spPr>
          <a:xfrm>
            <a:off x="592930" y="5455994"/>
            <a:ext cx="5236369" cy="110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600" b="0" i="0" u="none" strike="noStrike" cap="none" dirty="0">
                <a:solidFill>
                  <a:srgbClr val="C9A33C"/>
                </a:solidFill>
                <a:latin typeface="Plus Jakarta Sans" pitchFamily="2" charset="0"/>
                <a:ea typeface="Inter"/>
                <a:cs typeface="Plus Jakarta Sans" pitchFamily="2" charset="0"/>
                <a:sym typeface="Inter"/>
              </a:rPr>
              <a:t>CONFIDENTIAL  © 2026 . ARIVITI</a:t>
            </a:r>
          </a:p>
        </p:txBody>
      </p:sp>
      <p:pic>
        <p:nvPicPr>
          <p:cNvPr id="4" name="Picture 3">
            <a:extLst>
              <a:ext uri="{FF2B5EF4-FFF2-40B4-BE49-F238E27FC236}">
                <a16:creationId xmlns:a16="http://schemas.microsoft.com/office/drawing/2014/main" id="{8C039698-AED8-FF2B-E9B3-A2F433C1562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47384" y="124110"/>
            <a:ext cx="1083720" cy="402420"/>
          </a:xfrm>
          <a:prstGeom prst="rect">
            <a:avLst/>
          </a:prstGeom>
        </p:spPr>
      </p:pic>
    </p:spTree>
    <p:extLst>
      <p:ext uri="{BB962C8B-B14F-4D97-AF65-F5344CB8AC3E}">
        <p14:creationId xmlns:p14="http://schemas.microsoft.com/office/powerpoint/2010/main" val="1142545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7_DEFAULT">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6" name="Google Shape;94;p13">
            <a:extLst>
              <a:ext uri="{FF2B5EF4-FFF2-40B4-BE49-F238E27FC236}">
                <a16:creationId xmlns:a16="http://schemas.microsoft.com/office/drawing/2014/main" id="{C55749E8-009C-4327-32CC-BFC84AEFC995}"/>
              </a:ext>
            </a:extLst>
          </p:cNvPr>
          <p:cNvSpPr txBox="1"/>
          <p:nvPr userDrawn="1"/>
        </p:nvSpPr>
        <p:spPr>
          <a:xfrm>
            <a:off x="7886701" y="5448300"/>
            <a:ext cx="914171" cy="12465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675" b="0" i="0" u="none" strike="noStrike" cap="none" dirty="0">
                <a:solidFill>
                  <a:srgbClr val="C9A33C"/>
                </a:solidFill>
                <a:latin typeface="Space Grotesk" pitchFamily="2" charset="0"/>
                <a:ea typeface="Inter"/>
                <a:cs typeface="Space Grotesk" pitchFamily="2" charset="0"/>
                <a:sym typeface="Inter"/>
              </a:rPr>
              <a:t>ariviti.com</a:t>
            </a:r>
            <a:endParaRPr sz="1200" dirty="0">
              <a:latin typeface="Space Grotesk" pitchFamily="2" charset="0"/>
              <a:cs typeface="Space Grotesk" pitchFamily="2" charset="0"/>
            </a:endParaRPr>
          </a:p>
        </p:txBody>
      </p:sp>
      <p:cxnSp>
        <p:nvCxnSpPr>
          <p:cNvPr id="7" name="Google Shape;89;p13">
            <a:extLst>
              <a:ext uri="{FF2B5EF4-FFF2-40B4-BE49-F238E27FC236}">
                <a16:creationId xmlns:a16="http://schemas.microsoft.com/office/drawing/2014/main" id="{90EEE142-ED05-F22B-B4B4-1593BD4FB39D}"/>
              </a:ext>
            </a:extLst>
          </p:cNvPr>
          <p:cNvCxnSpPr>
            <a:cxnSpLocks/>
          </p:cNvCxnSpPr>
          <p:nvPr userDrawn="1"/>
        </p:nvCxnSpPr>
        <p:spPr>
          <a:xfrm>
            <a:off x="592930" y="5329811"/>
            <a:ext cx="8207942" cy="0"/>
          </a:xfrm>
          <a:prstGeom prst="straightConnector1">
            <a:avLst/>
          </a:prstGeom>
          <a:noFill/>
          <a:ln w="9525" cap="flat" cmpd="sng">
            <a:solidFill>
              <a:srgbClr val="C9A33C"/>
            </a:solidFill>
            <a:prstDash val="solid"/>
            <a:round/>
            <a:headEnd type="none" w="sm" len="sm"/>
            <a:tailEnd type="none" w="sm" len="sm"/>
          </a:ln>
          <a:effectLst/>
        </p:spPr>
      </p:cxnSp>
      <p:sp>
        <p:nvSpPr>
          <p:cNvPr id="9" name="Google Shape;93;p13">
            <a:extLst>
              <a:ext uri="{FF2B5EF4-FFF2-40B4-BE49-F238E27FC236}">
                <a16:creationId xmlns:a16="http://schemas.microsoft.com/office/drawing/2014/main" id="{59E08932-75DE-EF0B-03BA-80ABA808C72A}"/>
              </a:ext>
            </a:extLst>
          </p:cNvPr>
          <p:cNvSpPr txBox="1"/>
          <p:nvPr userDrawn="1"/>
        </p:nvSpPr>
        <p:spPr>
          <a:xfrm>
            <a:off x="592930" y="5455994"/>
            <a:ext cx="5236369" cy="110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600" b="0" i="0" u="none" strike="noStrike" cap="none" dirty="0">
                <a:solidFill>
                  <a:srgbClr val="C9A33C"/>
                </a:solidFill>
                <a:latin typeface="Plus Jakarta Sans" pitchFamily="2" charset="0"/>
                <a:ea typeface="Inter"/>
                <a:cs typeface="Plus Jakarta Sans" pitchFamily="2" charset="0"/>
                <a:sym typeface="Inter"/>
              </a:rPr>
              <a:t>ARIVITI · OVERVIEW · 2026</a:t>
            </a:r>
            <a:endParaRPr sz="1053" dirty="0">
              <a:latin typeface="Plus Jakarta Sans" pitchFamily="2" charset="0"/>
              <a:cs typeface="Plus Jakarta Sans" pitchFamily="2" charset="0"/>
            </a:endParaRPr>
          </a:p>
        </p:txBody>
      </p:sp>
    </p:spTree>
    <p:extLst>
      <p:ext uri="{BB962C8B-B14F-4D97-AF65-F5344CB8AC3E}">
        <p14:creationId xmlns:p14="http://schemas.microsoft.com/office/powerpoint/2010/main" val="582242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DEFAULT">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6" name="Google Shape;94;p13">
            <a:extLst>
              <a:ext uri="{FF2B5EF4-FFF2-40B4-BE49-F238E27FC236}">
                <a16:creationId xmlns:a16="http://schemas.microsoft.com/office/drawing/2014/main" id="{C55749E8-009C-4327-32CC-BFC84AEFC995}"/>
              </a:ext>
            </a:extLst>
          </p:cNvPr>
          <p:cNvSpPr txBox="1"/>
          <p:nvPr userDrawn="1"/>
        </p:nvSpPr>
        <p:spPr>
          <a:xfrm>
            <a:off x="6375798" y="5448300"/>
            <a:ext cx="2425075" cy="12465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675" b="0" i="0" u="none" strike="noStrike" cap="none" dirty="0">
                <a:solidFill>
                  <a:srgbClr val="C9A33C"/>
                </a:solidFill>
                <a:latin typeface="Space Grotesk" pitchFamily="2" charset="0"/>
                <a:ea typeface="Inter"/>
                <a:cs typeface="Space Grotesk" pitchFamily="2" charset="0"/>
                <a:sym typeface="Inter"/>
              </a:rPr>
              <a:t> business@ariviti.com   |   ariviti.com</a:t>
            </a:r>
            <a:endParaRPr sz="1200" dirty="0">
              <a:latin typeface="Space Grotesk" pitchFamily="2" charset="0"/>
              <a:cs typeface="Space Grotesk" pitchFamily="2" charset="0"/>
            </a:endParaRPr>
          </a:p>
        </p:txBody>
      </p:sp>
      <p:cxnSp>
        <p:nvCxnSpPr>
          <p:cNvPr id="7" name="Google Shape;89;p13">
            <a:extLst>
              <a:ext uri="{FF2B5EF4-FFF2-40B4-BE49-F238E27FC236}">
                <a16:creationId xmlns:a16="http://schemas.microsoft.com/office/drawing/2014/main" id="{90EEE142-ED05-F22B-B4B4-1593BD4FB39D}"/>
              </a:ext>
            </a:extLst>
          </p:cNvPr>
          <p:cNvCxnSpPr>
            <a:cxnSpLocks/>
          </p:cNvCxnSpPr>
          <p:nvPr userDrawn="1"/>
        </p:nvCxnSpPr>
        <p:spPr>
          <a:xfrm>
            <a:off x="604838" y="5329811"/>
            <a:ext cx="8196034" cy="0"/>
          </a:xfrm>
          <a:prstGeom prst="straightConnector1">
            <a:avLst/>
          </a:prstGeom>
          <a:noFill/>
          <a:ln w="9525" cap="flat" cmpd="sng">
            <a:solidFill>
              <a:srgbClr val="C9A33C"/>
            </a:solidFill>
            <a:prstDash val="solid"/>
            <a:round/>
            <a:headEnd type="none" w="sm" len="sm"/>
            <a:tailEnd type="none" w="sm" len="sm"/>
          </a:ln>
          <a:effectLst/>
        </p:spPr>
      </p:cxnSp>
      <p:sp>
        <p:nvSpPr>
          <p:cNvPr id="9" name="Google Shape;93;p13">
            <a:extLst>
              <a:ext uri="{FF2B5EF4-FFF2-40B4-BE49-F238E27FC236}">
                <a16:creationId xmlns:a16="http://schemas.microsoft.com/office/drawing/2014/main" id="{59E08932-75DE-EF0B-03BA-80ABA808C72A}"/>
              </a:ext>
            </a:extLst>
          </p:cNvPr>
          <p:cNvSpPr txBox="1"/>
          <p:nvPr userDrawn="1"/>
        </p:nvSpPr>
        <p:spPr>
          <a:xfrm>
            <a:off x="604838" y="5455994"/>
            <a:ext cx="5224462" cy="110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600" b="0" i="0" u="none" strike="noStrike" cap="none" dirty="0">
                <a:solidFill>
                  <a:srgbClr val="C9A33C"/>
                </a:solidFill>
                <a:latin typeface="Plus Jakarta Sans" pitchFamily="2" charset="0"/>
                <a:ea typeface="Inter"/>
                <a:cs typeface="Plus Jakarta Sans" pitchFamily="2" charset="0"/>
                <a:sym typeface="Inter"/>
              </a:rPr>
              <a:t>ARIVITI · OVERVIEW · 2026</a:t>
            </a:r>
            <a:endParaRPr sz="1053" dirty="0">
              <a:latin typeface="Plus Jakarta Sans" pitchFamily="2" charset="0"/>
              <a:cs typeface="Plus Jakarta Sans" pitchFamily="2" charset="0"/>
            </a:endParaRPr>
          </a:p>
        </p:txBody>
      </p:sp>
    </p:spTree>
    <p:extLst>
      <p:ext uri="{BB962C8B-B14F-4D97-AF65-F5344CB8AC3E}">
        <p14:creationId xmlns:p14="http://schemas.microsoft.com/office/powerpoint/2010/main" val="19491749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10" Type="http://schemas.openxmlformats.org/officeDocument/2006/relationships/theme" Target="../theme/theme2.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6EE"/>
        </a:solidFill>
        <a:effectLst/>
      </p:bgPr>
    </p:bg>
    <p:spTree>
      <p:nvGrpSpPr>
        <p:cNvPr id="1" name=""/>
        <p:cNvGrpSpPr/>
        <p:nvPr/>
      </p:nvGrpSpPr>
      <p:grpSpPr>
        <a:xfrm>
          <a:off x="0" y="0"/>
          <a:ext cx="0" cy="0"/>
          <a:chOff x="0" y="0"/>
          <a:chExt cx="0" cy="0"/>
        </a:xfrm>
      </p:grpSpPr>
      <p:sp>
        <p:nvSpPr>
          <p:cNvPr id="4" name="Rectangle 3"/>
          <p:cNvSpPr/>
          <p:nvPr userDrawn="1"/>
        </p:nvSpPr>
        <p:spPr>
          <a:xfrm>
            <a:off x="667964" y="757495"/>
            <a:ext cx="2521096" cy="353943"/>
          </a:xfrm>
          <a:prstGeom prst="rect">
            <a:avLst/>
          </a:prstGeom>
        </p:spPr>
        <p:txBody>
          <a:bodyPr wrap="square">
            <a:spAutoFit/>
          </a:bodyPr>
          <a:lstStyle/>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For customer support</a:t>
            </a: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customer@ariviti.com</a:t>
            </a:r>
          </a:p>
        </p:txBody>
      </p:sp>
      <p:sp>
        <p:nvSpPr>
          <p:cNvPr id="10" name="Google Shape;870;p81"/>
          <p:cNvSpPr txBox="1"/>
          <p:nvPr userDrawn="1"/>
        </p:nvSpPr>
        <p:spPr>
          <a:xfrm>
            <a:off x="5016442" y="840873"/>
            <a:ext cx="901957" cy="201760"/>
          </a:xfrm>
          <a:prstGeom prst="rect">
            <a:avLst/>
          </a:prstGeom>
          <a:noFill/>
          <a:ln>
            <a:noFill/>
          </a:ln>
        </p:spPr>
        <p:txBody>
          <a:bodyPr spcFirstLastPara="1" wrap="square" lIns="82283" tIns="82283" rIns="82283" bIns="82283" anchor="ctr" anchorCtr="0">
            <a:noAutofit/>
          </a:bodyPr>
          <a:lstStyle/>
          <a:p>
            <a:pPr>
              <a:buFontTx/>
              <a:buNone/>
            </a:pPr>
            <a:r>
              <a:rPr lang="en-GB" sz="900" b="0" dirty="0">
                <a:latin typeface="Inter" panose="02000503000000020004" pitchFamily="2" charset="0"/>
                <a:ea typeface="Inter" panose="02000503000000020004" pitchFamily="2" charset="0"/>
                <a:cs typeface="Archivo SemiCondensed" pitchFamily="2" charset="0"/>
                <a:sym typeface="Lato"/>
              </a:rPr>
              <a:t>/</a:t>
            </a:r>
            <a:r>
              <a:rPr lang="en-GB" sz="900" b="0" dirty="0" err="1">
                <a:latin typeface="Inter" panose="02000503000000020004" pitchFamily="2" charset="0"/>
                <a:ea typeface="Inter" panose="02000503000000020004" pitchFamily="2" charset="0"/>
                <a:cs typeface="Archivo SemiCondensed" pitchFamily="2" charset="0"/>
                <a:sym typeface="Lato"/>
              </a:rPr>
              <a:t>ArivitiTech</a:t>
            </a:r>
            <a:endParaRPr sz="900" b="0" dirty="0">
              <a:latin typeface="Inter" panose="02000503000000020004" pitchFamily="2" charset="0"/>
              <a:ea typeface="Inter" panose="02000503000000020004" pitchFamily="2" charset="0"/>
              <a:cs typeface="Archivo SemiCondensed" pitchFamily="2" charset="0"/>
              <a:sym typeface="Lato"/>
            </a:endParaRPr>
          </a:p>
        </p:txBody>
      </p:sp>
      <p:sp>
        <p:nvSpPr>
          <p:cNvPr id="3" name="TextBox 2">
            <a:extLst>
              <a:ext uri="{FF2B5EF4-FFF2-40B4-BE49-F238E27FC236}">
                <a16:creationId xmlns:a16="http://schemas.microsoft.com/office/drawing/2014/main" id="{51CE3F3A-A9C7-8D3E-E3AF-6B4636C2CC6C}"/>
              </a:ext>
            </a:extLst>
          </p:cNvPr>
          <p:cNvSpPr txBox="1"/>
          <p:nvPr userDrawn="1"/>
        </p:nvSpPr>
        <p:spPr>
          <a:xfrm>
            <a:off x="3167323" y="2580355"/>
            <a:ext cx="2547854" cy="1508105"/>
          </a:xfrm>
          <a:prstGeom prst="rect">
            <a:avLst/>
          </a:prstGeom>
          <a:noFill/>
        </p:spPr>
        <p:txBody>
          <a:bodyPr wrap="square" rtlCol="0">
            <a:spAutoFit/>
          </a:bodyPr>
          <a:lstStyle/>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700" b="1"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The Corporate Identity Statement</a:t>
            </a: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endParaRPr kumimoji="0" lang="en-US" sz="700" b="1"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endParaRP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600" b="1"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Ariviti: The Enterprise Execution Partner</a:t>
            </a:r>
            <a:endParaRPr kumimoji="0" lang="en-US" sz="60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endParaRP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60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Ariviti is the strategic architect for AI-Hardened Infrastructure, Digital Engineering, and Autonomous Operations. Ariviti specializes in closing the "Execution Gap"—the structural failure point where enterprise AI ambition meets the reality of production-grade complexity.</a:t>
            </a: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endParaRPr kumimoji="0" lang="en-US" sz="60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endParaRP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60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Ariviti’s methodology is anchored in Operational Rigor and Architectural Certainty, designed to eliminate the fragility of perpetual pilots. Ariviti does not merely deploy software; we build Economic moats. Ariviti empowers P&amp;L owners to drive measurable impact through resilient, self-healing technology stacks while ensuring absolute IP Autonomy for our clients.</a:t>
            </a:r>
            <a:endParaRPr lang="en-US" sz="600" dirty="0">
              <a:latin typeface="Inter" panose="02000503000000020004" pitchFamily="2" charset="0"/>
              <a:ea typeface="Inter" panose="02000503000000020004" pitchFamily="2" charset="0"/>
              <a:cs typeface="Archivo SemiCondensed" pitchFamily="2" charset="0"/>
            </a:endParaRPr>
          </a:p>
        </p:txBody>
      </p:sp>
      <p:sp>
        <p:nvSpPr>
          <p:cNvPr id="6" name="TextBox 5">
            <a:extLst>
              <a:ext uri="{FF2B5EF4-FFF2-40B4-BE49-F238E27FC236}">
                <a16:creationId xmlns:a16="http://schemas.microsoft.com/office/drawing/2014/main" id="{3AB306F2-6415-63D6-C65F-030622C06C46}"/>
              </a:ext>
            </a:extLst>
          </p:cNvPr>
          <p:cNvSpPr txBox="1"/>
          <p:nvPr userDrawn="1"/>
        </p:nvSpPr>
        <p:spPr>
          <a:xfrm>
            <a:off x="5794836" y="2580353"/>
            <a:ext cx="2547854" cy="2354491"/>
          </a:xfrm>
          <a:prstGeom prst="rect">
            <a:avLst/>
          </a:prstGeom>
          <a:noFill/>
        </p:spPr>
        <p:txBody>
          <a:bodyPr wrap="square" rtlCol="0">
            <a:spAutoFit/>
          </a:bodyPr>
          <a:lstStyle/>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700" b="1"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Governance, Privacy &amp; Legal Notice</a:t>
            </a: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endParaRPr kumimoji="0" lang="en-US" sz="700" b="1"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endParaRP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600" b="1"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General Information</a:t>
            </a:r>
            <a:endParaRPr kumimoji="0" lang="en-US" sz="60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endParaRP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60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This material is prepared for specific, general informational purposes and is not intended for wide circulation. Ariviti is committed to the highest standards of data integrity. Detailed information regarding our data residency protocols, storage policies, and global data protection compliance (including GDPR, CCPA, and regional mandates) is available at ariviti.com/privacy.</a:t>
            </a: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endParaRPr lang="en-US" sz="700" b="1" dirty="0">
              <a:latin typeface="Inter" panose="02000503000000020004" pitchFamily="2" charset="0"/>
              <a:ea typeface="Inter" panose="02000503000000020004" pitchFamily="2" charset="0"/>
              <a:cs typeface="Archivo SemiCondensed" pitchFamily="2" charset="0"/>
            </a:endParaRPr>
          </a:p>
          <a:p>
            <a:pPr algn="just"/>
            <a:r>
              <a:rPr lang="en-US" sz="600" b="1" dirty="0">
                <a:latin typeface="Inter" panose="02000503000000020004" pitchFamily="2" charset="0"/>
                <a:ea typeface="Inter" panose="02000503000000020004" pitchFamily="2" charset="0"/>
                <a:cs typeface="Archivo SemiCondensed" pitchFamily="2" charset="0"/>
              </a:rPr>
              <a:t>Restrictions on Disclosure &amp; Intellectual Property</a:t>
            </a:r>
          </a:p>
          <a:p>
            <a:pPr algn="just"/>
            <a:r>
              <a:rPr lang="en-US" sz="600" dirty="0">
                <a:latin typeface="Inter" panose="02000503000000020004" pitchFamily="2" charset="0"/>
                <a:ea typeface="Inter" panose="02000503000000020004" pitchFamily="2" charset="0"/>
                <a:cs typeface="Archivo SemiCondensed" pitchFamily="2" charset="0"/>
              </a:rPr>
              <a:t>The copyright in this work is vested in Ariviti Technologies (P) Ltd. (hereafter "Ariviti"). This document is issued in strict confidence.</a:t>
            </a:r>
          </a:p>
          <a:p>
            <a:pPr marL="171446" indent="-171446" algn="just">
              <a:buFont typeface="Arial" panose="020B0604020202020204" pitchFamily="34" charset="0"/>
              <a:buChar char="•"/>
            </a:pPr>
            <a:r>
              <a:rPr lang="en-US" sz="600" b="1" dirty="0">
                <a:latin typeface="Inter" panose="02000503000000020004" pitchFamily="2" charset="0"/>
                <a:ea typeface="Inter" panose="02000503000000020004" pitchFamily="2" charset="0"/>
                <a:cs typeface="Archivo SemiCondensed" pitchFamily="2" charset="0"/>
              </a:rPr>
              <a:t>Non-Reproduction: </a:t>
            </a:r>
            <a:r>
              <a:rPr lang="en-US" sz="600" dirty="0">
                <a:latin typeface="Inter" panose="02000503000000020004" pitchFamily="2" charset="0"/>
                <a:ea typeface="Inter" panose="02000503000000020004" pitchFamily="2" charset="0"/>
                <a:cs typeface="Archivo SemiCondensed" pitchFamily="2" charset="0"/>
              </a:rPr>
              <a:t>This work must not be reproduced, in whole or in part, or utilized for tendering, manufacturing, or commercial purposes without the express written consent of Ariviti. Any authorized reproduction must retain this notice.</a:t>
            </a:r>
          </a:p>
          <a:p>
            <a:pPr marL="171446" indent="-171446" algn="just">
              <a:buFont typeface="Arial" panose="020B0604020202020204" pitchFamily="34" charset="0"/>
              <a:buChar char="•"/>
            </a:pPr>
            <a:r>
              <a:rPr lang="en-US" sz="600" b="1" dirty="0">
                <a:latin typeface="Inter" panose="02000503000000020004" pitchFamily="2" charset="0"/>
                <a:ea typeface="Inter" panose="02000503000000020004" pitchFamily="2" charset="0"/>
                <a:cs typeface="Archivo SemiCondensed" pitchFamily="2" charset="0"/>
              </a:rPr>
              <a:t>Confidentiality: </a:t>
            </a:r>
            <a:r>
              <a:rPr lang="en-US" sz="600" dirty="0">
                <a:latin typeface="Inter" panose="02000503000000020004" pitchFamily="2" charset="0"/>
                <a:ea typeface="Inter" panose="02000503000000020004" pitchFamily="2" charset="0"/>
                <a:cs typeface="Archivo SemiCondensed" pitchFamily="2" charset="0"/>
              </a:rPr>
              <a:t>No information regarding the contents or subject matter of this document—derived directly or indirectly—may be disclosed orally, in writing, or via any tangible/intangible medium to any third party (individual, firm, or corporation) without prior written authorization from Ariviti.</a:t>
            </a:r>
          </a:p>
        </p:txBody>
      </p:sp>
      <p:sp>
        <p:nvSpPr>
          <p:cNvPr id="18" name="TextBox 17">
            <a:extLst>
              <a:ext uri="{FF2B5EF4-FFF2-40B4-BE49-F238E27FC236}">
                <a16:creationId xmlns:a16="http://schemas.microsoft.com/office/drawing/2014/main" id="{AC0C14E0-51AB-732E-D57A-299A4C2D18E2}"/>
              </a:ext>
            </a:extLst>
          </p:cNvPr>
          <p:cNvSpPr txBox="1"/>
          <p:nvPr userDrawn="1"/>
        </p:nvSpPr>
        <p:spPr>
          <a:xfrm>
            <a:off x="3167323" y="757495"/>
            <a:ext cx="950721" cy="353943"/>
          </a:xfrm>
          <a:prstGeom prst="rect">
            <a:avLst/>
          </a:prstGeom>
          <a:noFill/>
        </p:spPr>
        <p:txBody>
          <a:bodyPr wrap="square">
            <a:spAutoFit/>
          </a:bodyPr>
          <a:lstStyle/>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Visit us at</a:t>
            </a: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ariviti.com</a:t>
            </a:r>
            <a:endParaRPr kumimoji="0" lang="en-US" sz="900" b="1" i="0" u="sng"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endParaRPr>
          </a:p>
        </p:txBody>
      </p:sp>
      <p:sp>
        <p:nvSpPr>
          <p:cNvPr id="22" name="TextBox 21">
            <a:extLst>
              <a:ext uri="{FF2B5EF4-FFF2-40B4-BE49-F238E27FC236}">
                <a16:creationId xmlns:a16="http://schemas.microsoft.com/office/drawing/2014/main" id="{19C6B04C-10E5-E95E-8B9B-6F100D66618A}"/>
              </a:ext>
            </a:extLst>
          </p:cNvPr>
          <p:cNvSpPr txBox="1"/>
          <p:nvPr userDrawn="1"/>
        </p:nvSpPr>
        <p:spPr>
          <a:xfrm>
            <a:off x="3167323" y="4804893"/>
            <a:ext cx="1183621" cy="383182"/>
          </a:xfrm>
          <a:prstGeom prst="rect">
            <a:avLst/>
          </a:prstGeom>
          <a:noFill/>
        </p:spPr>
        <p:txBody>
          <a:bodyPr wrap="square">
            <a:spAutoFit/>
          </a:bodyPr>
          <a:lstStyle/>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63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 2026</a:t>
            </a: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63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ARIVITI TECHNOLOGIES</a:t>
            </a: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63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All Rights Reserved. </a:t>
            </a:r>
          </a:p>
        </p:txBody>
      </p:sp>
      <p:cxnSp>
        <p:nvCxnSpPr>
          <p:cNvPr id="24" name="Straight Connector 23">
            <a:extLst>
              <a:ext uri="{FF2B5EF4-FFF2-40B4-BE49-F238E27FC236}">
                <a16:creationId xmlns:a16="http://schemas.microsoft.com/office/drawing/2014/main" id="{E02A453E-402C-B689-A21C-7476D70E4204}"/>
              </a:ext>
            </a:extLst>
          </p:cNvPr>
          <p:cNvCxnSpPr>
            <a:cxnSpLocks/>
          </p:cNvCxnSpPr>
          <p:nvPr userDrawn="1"/>
        </p:nvCxnSpPr>
        <p:spPr>
          <a:xfrm>
            <a:off x="625996" y="1324960"/>
            <a:ext cx="7723765" cy="0"/>
          </a:xfrm>
          <a:prstGeom prst="line">
            <a:avLst/>
          </a:prstGeom>
          <a:ln>
            <a:solidFill>
              <a:schemeClr val="bg1">
                <a:lumMod val="75000"/>
              </a:schemeClr>
            </a:solidFill>
          </a:ln>
        </p:spPr>
        <p:style>
          <a:lnRef idx="1">
            <a:schemeClr val="accent5"/>
          </a:lnRef>
          <a:fillRef idx="0">
            <a:schemeClr val="accent5"/>
          </a:fillRef>
          <a:effectRef idx="0">
            <a:schemeClr val="accent5"/>
          </a:effectRef>
          <a:fontRef idx="minor">
            <a:schemeClr val="tx1"/>
          </a:fontRef>
        </p:style>
      </p:cxnSp>
      <p:sp>
        <p:nvSpPr>
          <p:cNvPr id="27" name="Rectangle 26">
            <a:extLst>
              <a:ext uri="{FF2B5EF4-FFF2-40B4-BE49-F238E27FC236}">
                <a16:creationId xmlns:a16="http://schemas.microsoft.com/office/drawing/2014/main" id="{05495698-7191-47DA-50B2-C3DCDAE0B30E}"/>
              </a:ext>
            </a:extLst>
          </p:cNvPr>
          <p:cNvSpPr/>
          <p:nvPr userDrawn="1"/>
        </p:nvSpPr>
        <p:spPr>
          <a:xfrm>
            <a:off x="667964" y="1476344"/>
            <a:ext cx="2521096" cy="830997"/>
          </a:xfrm>
          <a:prstGeom prst="rect">
            <a:avLst/>
          </a:prstGeom>
        </p:spPr>
        <p:txBody>
          <a:bodyPr wrap="square">
            <a:spAutoFit/>
          </a:bodyPr>
          <a:lstStyle/>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600" b="1"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Partnerships</a:t>
            </a: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60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partners@ariviti.com</a:t>
            </a: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endParaRPr kumimoji="0" lang="en-US" sz="600" b="1"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endParaRP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600" b="1"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Business </a:t>
            </a:r>
            <a:r>
              <a:rPr kumimoji="0" lang="en-US" sz="600" b="1" i="0" u="none" strike="noStrike" kern="0" cap="none" spc="0" normalizeH="0" baseline="0" noProof="0" dirty="0" err="1">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Enquries</a:t>
            </a:r>
            <a:endParaRPr kumimoji="0" lang="en-US" sz="600" b="1"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endParaRP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60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business@ariviti.com</a:t>
            </a: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endParaRPr kumimoji="0" lang="en-US" sz="60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endParaRP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600" b="1"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Other Info</a:t>
            </a:r>
          </a:p>
          <a:p>
            <a:pPr marL="0" marR="0" lvl="0" indent="0" algn="just" defTabSz="822940" rtl="0" eaLnBrk="1" fontAlgn="auto" latinLnBrk="0" hangingPunct="1">
              <a:lnSpc>
                <a:spcPct val="100000"/>
              </a:lnSpc>
              <a:spcBef>
                <a:spcPts val="0"/>
              </a:spcBef>
              <a:spcAft>
                <a:spcPts val="0"/>
              </a:spcAft>
              <a:buClr>
                <a:srgbClr val="000000"/>
              </a:buClr>
              <a:buSzTx/>
              <a:buFont typeface="Arial"/>
              <a:buNone/>
              <a:tabLst/>
              <a:defRPr/>
            </a:pPr>
            <a:r>
              <a:rPr kumimoji="0" lang="en-US" sz="600" b="0" i="0" u="none" strike="noStrike" kern="0" cap="none" spc="0" normalizeH="0" baseline="0" noProof="0" dirty="0">
                <a:ln>
                  <a:noFill/>
                </a:ln>
                <a:solidFill>
                  <a:srgbClr val="000000"/>
                </a:solidFill>
                <a:effectLst/>
                <a:uLnTx/>
                <a:uFillTx/>
                <a:latin typeface="Inter" panose="02000503000000020004" pitchFamily="2" charset="0"/>
                <a:ea typeface="Inter" panose="02000503000000020004" pitchFamily="2" charset="0"/>
                <a:cs typeface="Archivo SemiCondensed" pitchFamily="2" charset="0"/>
                <a:sym typeface="Arial"/>
              </a:rPr>
              <a:t>info@ariviti.com</a:t>
            </a:r>
          </a:p>
        </p:txBody>
      </p:sp>
      <p:pic>
        <p:nvPicPr>
          <p:cNvPr id="2" name="Picture 1">
            <a:extLst>
              <a:ext uri="{FF2B5EF4-FFF2-40B4-BE49-F238E27FC236}">
                <a16:creationId xmlns:a16="http://schemas.microsoft.com/office/drawing/2014/main" id="{E08042D4-1C86-6A34-DAD7-D8D1CE3EE79C}"/>
              </a:ext>
            </a:extLst>
          </p:cNvPr>
          <p:cNvPicPr>
            <a:picLocks noChangeAspect="1"/>
          </p:cNvPicPr>
          <p:nvPr userDrawn="1"/>
        </p:nvPicPr>
        <p:blipFill>
          <a:blip r:embed="rId3"/>
          <a:srcRect l="2811" t="2675" r="2638" b="2605"/>
          <a:stretch>
            <a:fillRect/>
          </a:stretch>
        </p:blipFill>
        <p:spPr>
          <a:xfrm>
            <a:off x="4350945" y="838732"/>
            <a:ext cx="219402" cy="218364"/>
          </a:xfrm>
          <a:prstGeom prst="rect">
            <a:avLst/>
          </a:prstGeom>
        </p:spPr>
      </p:pic>
      <p:pic>
        <p:nvPicPr>
          <p:cNvPr id="5" name="Picture 4">
            <a:extLst>
              <a:ext uri="{FF2B5EF4-FFF2-40B4-BE49-F238E27FC236}">
                <a16:creationId xmlns:a16="http://schemas.microsoft.com/office/drawing/2014/main" id="{604CAED0-6B80-8DE3-3F48-5ACA578D8898}"/>
              </a:ext>
            </a:extLst>
          </p:cNvPr>
          <p:cNvPicPr>
            <a:picLocks noChangeAspect="1"/>
          </p:cNvPicPr>
          <p:nvPr userDrawn="1"/>
        </p:nvPicPr>
        <p:blipFill>
          <a:blip r:embed="rId4"/>
          <a:srcRect l="6312" t="14093" r="57305" b="14252"/>
          <a:stretch>
            <a:fillRect/>
          </a:stretch>
        </p:blipFill>
        <p:spPr>
          <a:xfrm>
            <a:off x="4578296" y="837545"/>
            <a:ext cx="223205" cy="218363"/>
          </a:xfrm>
          <a:prstGeom prst="rect">
            <a:avLst/>
          </a:prstGeom>
        </p:spPr>
      </p:pic>
      <p:pic>
        <p:nvPicPr>
          <p:cNvPr id="7" name="Picture 6">
            <a:extLst>
              <a:ext uri="{FF2B5EF4-FFF2-40B4-BE49-F238E27FC236}">
                <a16:creationId xmlns:a16="http://schemas.microsoft.com/office/drawing/2014/main" id="{861B693F-3A47-F5F0-A3B5-C276FCD49B8C}"/>
              </a:ext>
            </a:extLst>
          </p:cNvPr>
          <p:cNvPicPr>
            <a:picLocks noChangeAspect="1"/>
          </p:cNvPicPr>
          <p:nvPr userDrawn="1"/>
        </p:nvPicPr>
        <p:blipFill>
          <a:blip r:embed="rId5"/>
          <a:stretch>
            <a:fillRect/>
          </a:stretch>
        </p:blipFill>
        <p:spPr>
          <a:xfrm>
            <a:off x="4815744" y="838731"/>
            <a:ext cx="220988" cy="219548"/>
          </a:xfrm>
          <a:prstGeom prst="rect">
            <a:avLst/>
          </a:prstGeom>
        </p:spPr>
      </p:pic>
      <p:pic>
        <p:nvPicPr>
          <p:cNvPr id="13" name="Picture 12">
            <a:extLst>
              <a:ext uri="{FF2B5EF4-FFF2-40B4-BE49-F238E27FC236}">
                <a16:creationId xmlns:a16="http://schemas.microsoft.com/office/drawing/2014/main" id="{2CBA8EB5-1794-F9C2-4E3E-86C6E27149D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67965" y="4341600"/>
            <a:ext cx="2210050" cy="830076"/>
          </a:xfrm>
          <a:prstGeom prst="rect">
            <a:avLst/>
          </a:prstGeom>
        </p:spPr>
      </p:pic>
    </p:spTree>
    <p:extLst>
      <p:ext uri="{BB962C8B-B14F-4D97-AF65-F5344CB8AC3E}">
        <p14:creationId xmlns:p14="http://schemas.microsoft.com/office/powerpoint/2010/main" val="4181929453"/>
      </p:ext>
    </p:extLst>
  </p:cSld>
  <p:clrMap bg1="lt1" tx1="dk1" bg2="lt2" tx2="dk2" accent1="accent1" accent2="accent2" accent3="accent3" accent4="accent4" accent5="accent5" accent6="accent6" hlink="hlink" folHlink="folHlink"/>
  <p:sldLayoutIdLst>
    <p:sldLayoutId id="2147483695" r:id="rId1"/>
  </p:sldLayoutIdLst>
  <p:txStyles>
    <p:titleStyle>
      <a:lvl1pPr algn="l" defTabSz="822940" rtl="0" eaLnBrk="1" latinLnBrk="0" hangingPunct="1">
        <a:lnSpc>
          <a:spcPct val="90000"/>
        </a:lnSpc>
        <a:spcBef>
          <a:spcPct val="0"/>
        </a:spcBef>
        <a:buNone/>
        <a:defRPr sz="3960" kern="1200">
          <a:solidFill>
            <a:schemeClr val="tx1"/>
          </a:solidFill>
          <a:latin typeface="+mj-lt"/>
          <a:ea typeface="+mj-ea"/>
          <a:cs typeface="+mj-cs"/>
        </a:defRPr>
      </a:lvl1pPr>
    </p:titleStyle>
    <p:bodyStyle>
      <a:lvl1pPr marL="205735" indent="-205735" algn="l" defTabSz="82294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04" indent="-205735" algn="l" defTabSz="82294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675" indent="-205735" algn="l" defTabSz="82294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44" indent="-205735" algn="l" defTabSz="82294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14" indent="-205735" algn="l" defTabSz="82294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084" indent="-205735" algn="l" defTabSz="82294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553" indent="-205735" algn="l" defTabSz="82294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023" indent="-205735" algn="l" defTabSz="82294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492" indent="-205735" algn="l" defTabSz="82294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en-US"/>
      </a:defPPr>
      <a:lvl1pPr marL="0" algn="l" defTabSz="822940" rtl="0" eaLnBrk="1" latinLnBrk="0" hangingPunct="1">
        <a:defRPr sz="1620" kern="1200">
          <a:solidFill>
            <a:schemeClr val="tx1"/>
          </a:solidFill>
          <a:latin typeface="+mn-lt"/>
          <a:ea typeface="+mn-ea"/>
          <a:cs typeface="+mn-cs"/>
        </a:defRPr>
      </a:lvl1pPr>
      <a:lvl2pPr marL="411470" algn="l" defTabSz="822940" rtl="0" eaLnBrk="1" latinLnBrk="0" hangingPunct="1">
        <a:defRPr sz="1620" kern="1200">
          <a:solidFill>
            <a:schemeClr val="tx1"/>
          </a:solidFill>
          <a:latin typeface="+mn-lt"/>
          <a:ea typeface="+mn-ea"/>
          <a:cs typeface="+mn-cs"/>
        </a:defRPr>
      </a:lvl2pPr>
      <a:lvl3pPr marL="822940" algn="l" defTabSz="822940" rtl="0" eaLnBrk="1" latinLnBrk="0" hangingPunct="1">
        <a:defRPr sz="1620" kern="1200">
          <a:solidFill>
            <a:schemeClr val="tx1"/>
          </a:solidFill>
          <a:latin typeface="+mn-lt"/>
          <a:ea typeface="+mn-ea"/>
          <a:cs typeface="+mn-cs"/>
        </a:defRPr>
      </a:lvl3pPr>
      <a:lvl4pPr marL="1234409" algn="l" defTabSz="822940" rtl="0" eaLnBrk="1" latinLnBrk="0" hangingPunct="1">
        <a:defRPr sz="1620" kern="1200">
          <a:solidFill>
            <a:schemeClr val="tx1"/>
          </a:solidFill>
          <a:latin typeface="+mn-lt"/>
          <a:ea typeface="+mn-ea"/>
          <a:cs typeface="+mn-cs"/>
        </a:defRPr>
      </a:lvl4pPr>
      <a:lvl5pPr marL="1645879" algn="l" defTabSz="822940" rtl="0" eaLnBrk="1" latinLnBrk="0" hangingPunct="1">
        <a:defRPr sz="1620" kern="1200">
          <a:solidFill>
            <a:schemeClr val="tx1"/>
          </a:solidFill>
          <a:latin typeface="+mn-lt"/>
          <a:ea typeface="+mn-ea"/>
          <a:cs typeface="+mn-cs"/>
        </a:defRPr>
      </a:lvl5pPr>
      <a:lvl6pPr marL="2057348" algn="l" defTabSz="822940" rtl="0" eaLnBrk="1" latinLnBrk="0" hangingPunct="1">
        <a:defRPr sz="1620" kern="1200">
          <a:solidFill>
            <a:schemeClr val="tx1"/>
          </a:solidFill>
          <a:latin typeface="+mn-lt"/>
          <a:ea typeface="+mn-ea"/>
          <a:cs typeface="+mn-cs"/>
        </a:defRPr>
      </a:lvl6pPr>
      <a:lvl7pPr marL="2468819" algn="l" defTabSz="822940" rtl="0" eaLnBrk="1" latinLnBrk="0" hangingPunct="1">
        <a:defRPr sz="1620" kern="1200">
          <a:solidFill>
            <a:schemeClr val="tx1"/>
          </a:solidFill>
          <a:latin typeface="+mn-lt"/>
          <a:ea typeface="+mn-ea"/>
          <a:cs typeface="+mn-cs"/>
        </a:defRPr>
      </a:lvl7pPr>
      <a:lvl8pPr marL="2880288" algn="l" defTabSz="822940" rtl="0" eaLnBrk="1" latinLnBrk="0" hangingPunct="1">
        <a:defRPr sz="1620" kern="1200">
          <a:solidFill>
            <a:schemeClr val="tx1"/>
          </a:solidFill>
          <a:latin typeface="+mn-lt"/>
          <a:ea typeface="+mn-ea"/>
          <a:cs typeface="+mn-cs"/>
        </a:defRPr>
      </a:lvl8pPr>
      <a:lvl9pPr marL="3291758" algn="l" defTabSz="822940" rtl="0" eaLnBrk="1" latinLnBrk="0" hangingPunct="1">
        <a:defRPr sz="162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90581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706" r:id="rId3"/>
    <p:sldLayoutId id="2147483699" r:id="rId4"/>
    <p:sldLayoutId id="2147483700" r:id="rId5"/>
    <p:sldLayoutId id="2147483701" r:id="rId6"/>
    <p:sldLayoutId id="2147483708" r:id="rId7"/>
    <p:sldLayoutId id="2147483707" r:id="rId8"/>
    <p:sldLayoutId id="2147483702" r:id="rId9"/>
  </p:sldLayoutIdLst>
  <p:hf hdr="0" ftr="0" dt="0"/>
  <p:txStyles>
    <p:titleStyle>
      <a:lvl1pPr algn="ctr" defTabSz="914378" rtl="0" eaLnBrk="1" latinLnBrk="0" hangingPunct="1">
        <a:spcBef>
          <a:spcPct val="0"/>
        </a:spcBef>
        <a:buNone/>
        <a:defRPr sz="4400" kern="1200">
          <a:solidFill>
            <a:schemeClr val="tx1"/>
          </a:solidFill>
          <a:latin typeface="+mj-lt"/>
          <a:ea typeface="+mj-ea"/>
          <a:cs typeface="+mj-cs"/>
        </a:defRPr>
      </a:lvl1pPr>
    </p:titleStyle>
    <p:bodyStyle>
      <a:lvl1pPr marL="342892" indent="-342892" algn="l" defTabSz="914378"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1" indent="-285743" algn="l" defTabSz="914378"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2" indent="-228594" algn="l" defTabSz="914378"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8"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C6246C53-6469-C038-3C89-AE0C3EC8254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0F60D933-C0CC-7E25-8882-10BE5963465C}"/>
              </a:ext>
            </a:extLst>
          </p:cNvPr>
          <p:cNvPicPr>
            <a:picLocks noChangeAspect="1"/>
          </p:cNvPicPr>
          <p:nvPr/>
        </p:nvPicPr>
        <p:blipFill>
          <a:blip r:embed="rId3"/>
          <a:stretch>
            <a:fillRect/>
          </a:stretch>
        </p:blipFill>
        <p:spPr>
          <a:xfrm>
            <a:off x="6378079" y="1307532"/>
            <a:ext cx="1521333" cy="677557"/>
          </a:xfrm>
          <a:prstGeom prst="rect">
            <a:avLst/>
          </a:prstGeom>
        </p:spPr>
      </p:pic>
      <p:sp>
        <p:nvSpPr>
          <p:cNvPr id="15" name="TextBox 14">
            <a:extLst>
              <a:ext uri="{FF2B5EF4-FFF2-40B4-BE49-F238E27FC236}">
                <a16:creationId xmlns:a16="http://schemas.microsoft.com/office/drawing/2014/main" id="{7BDF626D-411C-20DB-E77D-75541D3038DD}"/>
              </a:ext>
            </a:extLst>
          </p:cNvPr>
          <p:cNvSpPr txBox="1"/>
          <p:nvPr/>
        </p:nvSpPr>
        <p:spPr>
          <a:xfrm>
            <a:off x="6490291" y="1307532"/>
            <a:ext cx="1409121" cy="230832"/>
          </a:xfrm>
          <a:prstGeom prst="rect">
            <a:avLst/>
          </a:prstGeom>
          <a:noFill/>
        </p:spPr>
        <p:txBody>
          <a:bodyPr wrap="square">
            <a:spAutoFit/>
          </a:bodyPr>
          <a:lstStyle/>
          <a:p>
            <a:pPr defTabSz="822960">
              <a:buClr>
                <a:srgbClr val="000000"/>
              </a:buClr>
              <a:defRPr/>
            </a:pPr>
            <a:r>
              <a:rPr lang="en-US" sz="900" b="1" kern="0" dirty="0">
                <a:solidFill>
                  <a:prstClr val="black"/>
                </a:solidFill>
                <a:latin typeface="Space Grotesk" pitchFamily="2" charset="0"/>
                <a:ea typeface="Inter" panose="02000503000000020004" pitchFamily="2" charset="0"/>
                <a:cs typeface="Space Grotesk" pitchFamily="2" charset="0"/>
                <a:sym typeface="Lato"/>
              </a:rPr>
              <a:t>Prepared for</a:t>
            </a:r>
            <a:endParaRPr lang="en-US" sz="990" b="1" kern="0" dirty="0">
              <a:solidFill>
                <a:prstClr val="black"/>
              </a:solidFill>
              <a:latin typeface="Space Grotesk" pitchFamily="2" charset="0"/>
              <a:ea typeface="Inter" panose="02000503000000020004" pitchFamily="2" charset="0"/>
              <a:cs typeface="Space Grotesk" pitchFamily="2" charset="0"/>
              <a:sym typeface="Lato"/>
            </a:endParaRPr>
          </a:p>
        </p:txBody>
      </p:sp>
      <p:graphicFrame>
        <p:nvGraphicFramePr>
          <p:cNvPr id="3" name="Google Shape;204;p26">
            <a:extLst>
              <a:ext uri="{FF2B5EF4-FFF2-40B4-BE49-F238E27FC236}">
                <a16:creationId xmlns:a16="http://schemas.microsoft.com/office/drawing/2014/main" id="{578C67C3-5DD6-6918-5DA7-7D806727CF7D}"/>
              </a:ext>
            </a:extLst>
          </p:cNvPr>
          <p:cNvGraphicFramePr/>
          <p:nvPr/>
        </p:nvGraphicFramePr>
        <p:xfrm>
          <a:off x="6378079" y="2639753"/>
          <a:ext cx="1469741" cy="2329332"/>
        </p:xfrm>
        <a:graphic>
          <a:graphicData uri="http://schemas.openxmlformats.org/drawingml/2006/table">
            <a:tbl>
              <a:tblPr>
                <a:noFill/>
                <a:effectLst/>
              </a:tblPr>
              <a:tblGrid>
                <a:gridCol w="1469741">
                  <a:extLst>
                    <a:ext uri="{9D8B030D-6E8A-4147-A177-3AD203B41FA5}">
                      <a16:colId xmlns:a16="http://schemas.microsoft.com/office/drawing/2014/main" val="20000"/>
                    </a:ext>
                  </a:extLst>
                </a:gridCol>
              </a:tblGrid>
              <a:tr h="451772">
                <a:tc>
                  <a:txBody>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 sz="800" b="0" dirty="0">
                          <a:solidFill>
                            <a:schemeClr val="dk1"/>
                          </a:solidFill>
                          <a:latin typeface="Roboto"/>
                          <a:ea typeface="Roboto"/>
                          <a:cs typeface="Roboto"/>
                          <a:sym typeface="Roboto"/>
                        </a:rPr>
                        <a:t>Prepared for</a:t>
                      </a:r>
                      <a:r>
                        <a:rPr lang="en" sz="800" b="0" i="0" u="none" strike="noStrike" cap="none" dirty="0">
                          <a:solidFill>
                            <a:schemeClr val="tx1"/>
                          </a:solidFill>
                          <a:latin typeface="Roboto"/>
                          <a:ea typeface="Roboto"/>
                          <a:cs typeface="Roboto"/>
                          <a:sym typeface="Roboto"/>
                        </a:rPr>
                        <a:t>:</a:t>
                      </a:r>
                      <a:r>
                        <a:rPr lang="en-US" sz="800" b="0" i="0" u="none" strike="noStrike" cap="none" dirty="0">
                          <a:solidFill>
                            <a:schemeClr val="tx1"/>
                          </a:solidFill>
                          <a:latin typeface="Roboto"/>
                          <a:ea typeface="Roboto"/>
                          <a:cs typeface="Roboto"/>
                          <a:sym typeface="Arial"/>
                        </a:rPr>
                        <a:t> </a:t>
                      </a:r>
                    </a:p>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800" b="1" i="0" u="none" strike="noStrike" cap="none" dirty="0" err="1">
                          <a:solidFill>
                            <a:schemeClr val="tx1"/>
                          </a:solidFill>
                          <a:latin typeface="Roboto"/>
                          <a:ea typeface="Roboto"/>
                          <a:cs typeface="Roboto"/>
                          <a:sym typeface="Arial"/>
                        </a:rPr>
                        <a:t>YouTap</a:t>
                      </a:r>
                      <a:endParaRPr lang="en-US" sz="1100" b="1" kern="1200" dirty="0">
                        <a:solidFill>
                          <a:srgbClr val="FF0000"/>
                        </a:solidFill>
                        <a:latin typeface="Roboto"/>
                        <a:ea typeface="Roboto"/>
                        <a:cs typeface="Roboto"/>
                        <a:sym typeface="Arial"/>
                      </a:endParaRPr>
                    </a:p>
                  </a:txBody>
                  <a:tcPr marL="61732" marR="61732" marT="82295" marB="82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21789">
                <a:tc>
                  <a:txBody>
                    <a:bodyPr/>
                    <a:lstStyle/>
                    <a:p>
                      <a:pPr marL="0" lvl="0" indent="0" algn="l" rtl="0">
                        <a:spcBef>
                          <a:spcPts val="0"/>
                        </a:spcBef>
                        <a:spcAft>
                          <a:spcPts val="0"/>
                        </a:spcAft>
                        <a:buClr>
                          <a:schemeClr val="dk1"/>
                        </a:buClr>
                        <a:buSzPts val="1100"/>
                        <a:buFont typeface="Arial"/>
                        <a:buNone/>
                      </a:pPr>
                      <a:r>
                        <a:rPr lang="en" sz="800" b="0" dirty="0">
                          <a:latin typeface="Roboto"/>
                          <a:ea typeface="Roboto"/>
                          <a:cs typeface="Roboto"/>
                          <a:sym typeface="Roboto"/>
                        </a:rPr>
                        <a:t>Version:</a:t>
                      </a:r>
                      <a:r>
                        <a:rPr lang="en" sz="800" b="1" dirty="0">
                          <a:latin typeface="Roboto"/>
                          <a:ea typeface="Roboto"/>
                          <a:cs typeface="Roboto"/>
                          <a:sym typeface="Roboto"/>
                        </a:rPr>
                        <a:t>  1.00</a:t>
                      </a:r>
                      <a:endParaRPr sz="800" dirty="0">
                        <a:solidFill>
                          <a:srgbClr val="0070C0"/>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lang="en" sz="800" b="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en" sz="800" b="0" dirty="0">
                          <a:latin typeface="Roboto"/>
                          <a:ea typeface="Roboto"/>
                          <a:cs typeface="Roboto"/>
                          <a:sym typeface="Roboto"/>
                        </a:rPr>
                        <a:t>Reference No: </a:t>
                      </a:r>
                      <a:r>
                        <a:rPr lang="en" sz="800" b="0" dirty="0">
                          <a:solidFill>
                            <a:schemeClr val="dk1"/>
                          </a:solidFill>
                          <a:latin typeface="Roboto"/>
                          <a:ea typeface="Roboto"/>
                          <a:cs typeface="Roboto"/>
                          <a:sym typeface="Roboto"/>
                        </a:rPr>
                        <a:t>IMSS-FY2627-23, dated  14</a:t>
                      </a:r>
                      <a:r>
                        <a:rPr lang="en" sz="800" b="0" baseline="30000" dirty="0">
                          <a:solidFill>
                            <a:schemeClr val="dk1"/>
                          </a:solidFill>
                          <a:latin typeface="Roboto"/>
                          <a:ea typeface="Roboto"/>
                          <a:cs typeface="Roboto"/>
                          <a:sym typeface="Roboto"/>
                        </a:rPr>
                        <a:t>th</a:t>
                      </a:r>
                      <a:r>
                        <a:rPr lang="en" sz="800" b="0" baseline="0" dirty="0">
                          <a:solidFill>
                            <a:schemeClr val="dk1"/>
                          </a:solidFill>
                          <a:latin typeface="Roboto"/>
                          <a:ea typeface="Roboto"/>
                          <a:cs typeface="Roboto"/>
                          <a:sym typeface="Roboto"/>
                        </a:rPr>
                        <a:t> May, 2026</a:t>
                      </a:r>
                      <a:endParaRPr lang="en" sz="800" b="0" dirty="0">
                        <a:latin typeface="Roboto"/>
                        <a:ea typeface="Roboto"/>
                        <a:cs typeface="Roboto"/>
                        <a:sym typeface="Roboto"/>
                      </a:endParaRPr>
                    </a:p>
                  </a:txBody>
                  <a:tcPr marL="61732" marR="61732" marT="82295" marB="82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93189">
                <a:tc>
                  <a:txBody>
                    <a:bodyPr/>
                    <a:lstStyle/>
                    <a:p>
                      <a:pPr marL="0" lvl="0" indent="0" algn="l" rtl="0">
                        <a:spcBef>
                          <a:spcPts val="0"/>
                        </a:spcBef>
                        <a:spcAft>
                          <a:spcPts val="0"/>
                        </a:spcAft>
                        <a:buClr>
                          <a:schemeClr val="dk1"/>
                        </a:buClr>
                        <a:buSzPts val="1100"/>
                        <a:buFont typeface="Arial"/>
                        <a:buNone/>
                      </a:pPr>
                      <a:r>
                        <a:rPr lang="en" sz="800" b="0" dirty="0">
                          <a:solidFill>
                            <a:schemeClr val="dk1"/>
                          </a:solidFill>
                          <a:latin typeface="Roboto"/>
                          <a:ea typeface="Roboto"/>
                          <a:cs typeface="Roboto"/>
                          <a:sym typeface="Roboto"/>
                        </a:rPr>
                        <a:t>Proposal submitted on:  </a:t>
                      </a:r>
                    </a:p>
                    <a:p>
                      <a:pPr marL="0" lvl="0" indent="0" algn="l" rtl="0">
                        <a:spcBef>
                          <a:spcPts val="0"/>
                        </a:spcBef>
                        <a:spcAft>
                          <a:spcPts val="0"/>
                        </a:spcAft>
                        <a:buClr>
                          <a:schemeClr val="dk1"/>
                        </a:buClr>
                        <a:buSzPts val="1100"/>
                        <a:buFont typeface="Arial"/>
                        <a:buNone/>
                      </a:pPr>
                      <a:r>
                        <a:rPr lang="en" sz="800" b="0" dirty="0">
                          <a:solidFill>
                            <a:schemeClr val="dk1"/>
                          </a:solidFill>
                          <a:latin typeface="Roboto"/>
                          <a:ea typeface="Roboto"/>
                          <a:cs typeface="Roboto"/>
                          <a:sym typeface="Roboto"/>
                        </a:rPr>
                        <a:t>12</a:t>
                      </a:r>
                      <a:r>
                        <a:rPr lang="en" sz="800" b="0" baseline="30000" dirty="0">
                          <a:solidFill>
                            <a:schemeClr val="dk1"/>
                          </a:solidFill>
                          <a:latin typeface="Roboto"/>
                          <a:ea typeface="Roboto"/>
                          <a:cs typeface="Roboto"/>
                          <a:sym typeface="Roboto"/>
                        </a:rPr>
                        <a:t>th</a:t>
                      </a:r>
                      <a:r>
                        <a:rPr lang="en" sz="800" b="0" dirty="0">
                          <a:solidFill>
                            <a:schemeClr val="dk1"/>
                          </a:solidFill>
                          <a:latin typeface="Roboto"/>
                          <a:ea typeface="Roboto"/>
                          <a:cs typeface="Roboto"/>
                          <a:sym typeface="Roboto"/>
                        </a:rPr>
                        <a:t> Aug, 2026</a:t>
                      </a:r>
                    </a:p>
                  </a:txBody>
                  <a:tcPr marL="61732" marR="61732" marT="82295" marB="82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93189">
                <a:tc>
                  <a:txBody>
                    <a:bodyPr/>
                    <a:lstStyle/>
                    <a:p>
                      <a:pPr marL="0" lvl="0" indent="0" algn="l" rtl="0">
                        <a:spcBef>
                          <a:spcPts val="0"/>
                        </a:spcBef>
                        <a:spcAft>
                          <a:spcPts val="0"/>
                        </a:spcAft>
                        <a:buClr>
                          <a:schemeClr val="dk1"/>
                        </a:buClr>
                        <a:buSzPts val="1100"/>
                        <a:buFont typeface="Arial"/>
                        <a:buNone/>
                      </a:pPr>
                      <a:r>
                        <a:rPr lang="en" sz="800" b="0" dirty="0">
                          <a:solidFill>
                            <a:schemeClr val="dk1"/>
                          </a:solidFill>
                          <a:latin typeface="Roboto"/>
                          <a:ea typeface="Roboto"/>
                          <a:cs typeface="Roboto"/>
                          <a:sym typeface="Roboto"/>
                        </a:rPr>
                        <a:t>Proposal valid till:  </a:t>
                      </a:r>
                    </a:p>
                    <a:p>
                      <a:pPr marL="0" lvl="0" indent="0" algn="l" rtl="0">
                        <a:spcBef>
                          <a:spcPts val="0"/>
                        </a:spcBef>
                        <a:spcAft>
                          <a:spcPts val="0"/>
                        </a:spcAft>
                        <a:buClr>
                          <a:schemeClr val="dk1"/>
                        </a:buClr>
                        <a:buSzPts val="1100"/>
                        <a:buFont typeface="Arial"/>
                        <a:buNone/>
                      </a:pPr>
                      <a:r>
                        <a:rPr lang="en" sz="800" b="0" dirty="0">
                          <a:solidFill>
                            <a:schemeClr val="dk1"/>
                          </a:solidFill>
                          <a:latin typeface="Roboto"/>
                          <a:ea typeface="Roboto"/>
                          <a:cs typeface="Roboto"/>
                          <a:sym typeface="Roboto"/>
                        </a:rPr>
                        <a:t>13</a:t>
                      </a:r>
                      <a:r>
                        <a:rPr lang="en" sz="800" b="0" baseline="30000" dirty="0">
                          <a:solidFill>
                            <a:schemeClr val="dk1"/>
                          </a:solidFill>
                          <a:latin typeface="Roboto"/>
                          <a:ea typeface="Roboto"/>
                          <a:cs typeface="Roboto"/>
                          <a:sym typeface="Roboto"/>
                        </a:rPr>
                        <a:t>th</a:t>
                      </a:r>
                      <a:r>
                        <a:rPr lang="en" sz="800" b="0" dirty="0">
                          <a:solidFill>
                            <a:schemeClr val="dk1"/>
                          </a:solidFill>
                          <a:latin typeface="Roboto"/>
                          <a:ea typeface="Roboto"/>
                          <a:cs typeface="Roboto"/>
                          <a:sym typeface="Roboto"/>
                        </a:rPr>
                        <a:t> Sep, 2026</a:t>
                      </a:r>
                    </a:p>
                  </a:txBody>
                  <a:tcPr marL="61732" marR="61732" marT="82295" marB="82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3189">
                <a:tc>
                  <a:txBody>
                    <a:bodyPr/>
                    <a:lstStyle/>
                    <a:p>
                      <a:pPr marL="0" lvl="0" indent="0" algn="l" rtl="0">
                        <a:spcBef>
                          <a:spcPts val="0"/>
                        </a:spcBef>
                        <a:spcAft>
                          <a:spcPts val="0"/>
                        </a:spcAft>
                        <a:buNone/>
                      </a:pPr>
                      <a:r>
                        <a:rPr lang="en" sz="800" b="0" dirty="0">
                          <a:solidFill>
                            <a:schemeClr val="dk1"/>
                          </a:solidFill>
                          <a:latin typeface="Roboto"/>
                          <a:ea typeface="Roboto"/>
                          <a:cs typeface="Roboto"/>
                          <a:sym typeface="Roboto"/>
                        </a:rPr>
                        <a:t>Prepared by:</a:t>
                      </a:r>
                      <a:endParaRPr sz="800" b="0" dirty="0">
                        <a:solidFill>
                          <a:schemeClr val="dk1"/>
                        </a:solidFill>
                        <a:latin typeface="Roboto"/>
                        <a:ea typeface="Roboto"/>
                        <a:cs typeface="Roboto"/>
                        <a:sym typeface="Roboto"/>
                      </a:endParaRPr>
                    </a:p>
                    <a:p>
                      <a:pPr marL="0" lvl="0" indent="0" algn="l" rtl="0">
                        <a:spcBef>
                          <a:spcPts val="0"/>
                        </a:spcBef>
                        <a:spcAft>
                          <a:spcPts val="0"/>
                        </a:spcAft>
                        <a:buNone/>
                      </a:pPr>
                      <a:r>
                        <a:rPr lang="en" sz="800" b="1" dirty="0">
                          <a:solidFill>
                            <a:schemeClr val="dk1"/>
                          </a:solidFill>
                          <a:latin typeface="Roboto"/>
                          <a:ea typeface="Roboto"/>
                          <a:cs typeface="Roboto"/>
                          <a:sym typeface="Roboto"/>
                        </a:rPr>
                        <a:t>Ariviti</a:t>
                      </a:r>
                      <a:endParaRPr sz="800" b="1" dirty="0">
                        <a:solidFill>
                          <a:schemeClr val="dk1"/>
                        </a:solidFill>
                        <a:latin typeface="Roboto"/>
                        <a:ea typeface="Roboto"/>
                        <a:cs typeface="Roboto"/>
                        <a:sym typeface="Roboto"/>
                      </a:endParaRPr>
                    </a:p>
                  </a:txBody>
                  <a:tcPr marL="61732" marR="61732" marT="82295" marB="822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28546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6EC"/>
        </a:solidFill>
        <a:effectLst/>
      </p:bgPr>
    </p:bg>
    <p:spTree>
      <p:nvGrpSpPr>
        <p:cNvPr id="1" name="Shape 868">
          <a:extLst>
            <a:ext uri="{FF2B5EF4-FFF2-40B4-BE49-F238E27FC236}">
              <a16:creationId xmlns:a16="http://schemas.microsoft.com/office/drawing/2014/main" id="{879B3640-4348-641E-307B-A15F6848BBA8}"/>
            </a:ext>
          </a:extLst>
        </p:cNvPr>
        <p:cNvGrpSpPr/>
        <p:nvPr/>
      </p:nvGrpSpPr>
      <p:grpSpPr>
        <a:xfrm>
          <a:off x="0" y="0"/>
          <a:ext cx="0" cy="0"/>
          <a:chOff x="0" y="0"/>
          <a:chExt cx="0" cy="0"/>
        </a:xfrm>
      </p:grpSpPr>
    </p:spTree>
    <p:extLst>
      <p:ext uri="{BB962C8B-B14F-4D97-AF65-F5344CB8AC3E}">
        <p14:creationId xmlns:p14="http://schemas.microsoft.com/office/powerpoint/2010/main" val="44910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6EC"/>
        </a:solidFill>
        <a:effectLst/>
      </p:bgPr>
    </p:bg>
    <p:spTree>
      <p:nvGrpSpPr>
        <p:cNvPr id="1" name="Shape 868">
          <a:extLst>
            <a:ext uri="{FF2B5EF4-FFF2-40B4-BE49-F238E27FC236}">
              <a16:creationId xmlns:a16="http://schemas.microsoft.com/office/drawing/2014/main" id="{5502CF9A-6206-F7D4-33A9-943DEA369897}"/>
            </a:ext>
          </a:extLst>
        </p:cNvPr>
        <p:cNvGrpSpPr/>
        <p:nvPr/>
      </p:nvGrpSpPr>
      <p:grpSpPr>
        <a:xfrm>
          <a:off x="0" y="0"/>
          <a:ext cx="0" cy="0"/>
          <a:chOff x="0" y="0"/>
          <a:chExt cx="0" cy="0"/>
        </a:xfrm>
      </p:grpSpPr>
    </p:spTree>
    <p:extLst>
      <p:ext uri="{BB962C8B-B14F-4D97-AF65-F5344CB8AC3E}">
        <p14:creationId xmlns:p14="http://schemas.microsoft.com/office/powerpoint/2010/main" val="3290831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63EA0-D6AA-7C1E-BB7B-5C53B9F34C69}"/>
            </a:ext>
          </a:extLst>
        </p:cNvPr>
        <p:cNvGrpSpPr/>
        <p:nvPr/>
      </p:nvGrpSpPr>
      <p:grpSpPr>
        <a:xfrm>
          <a:off x="0" y="0"/>
          <a:ext cx="0" cy="0"/>
          <a:chOff x="0" y="0"/>
          <a:chExt cx="0" cy="0"/>
        </a:xfrm>
      </p:grpSpPr>
    </p:spTree>
    <p:extLst>
      <p:ext uri="{BB962C8B-B14F-4D97-AF65-F5344CB8AC3E}">
        <p14:creationId xmlns:p14="http://schemas.microsoft.com/office/powerpoint/2010/main" val="2902043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630E6-AAE7-AB96-4821-FCBDC45318DD}"/>
            </a:ext>
          </a:extLst>
        </p:cNvPr>
        <p:cNvGrpSpPr/>
        <p:nvPr/>
      </p:nvGrpSpPr>
      <p:grpSpPr>
        <a:xfrm>
          <a:off x="0" y="0"/>
          <a:ext cx="0" cy="0"/>
          <a:chOff x="0" y="0"/>
          <a:chExt cx="0" cy="0"/>
        </a:xfrm>
      </p:grpSpPr>
    </p:spTree>
    <p:extLst>
      <p:ext uri="{BB962C8B-B14F-4D97-AF65-F5344CB8AC3E}">
        <p14:creationId xmlns:p14="http://schemas.microsoft.com/office/powerpoint/2010/main" val="1012667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8297227"/>
      </p:ext>
    </p:extLst>
  </p:cSld>
  <p:clrMapOvr>
    <a:masterClrMapping/>
  </p:clrMapOvr>
</p:sld>
</file>

<file path=ppt/theme/theme1.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140</Words>
  <Application>Microsoft Office PowerPoint</Application>
  <PresentationFormat>On-screen Show (16:10)</PresentationFormat>
  <Paragraphs>15</Paragraphs>
  <Slides>6</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vt:i4>
      </vt:variant>
    </vt:vector>
  </HeadingPairs>
  <TitlesOfParts>
    <vt:vector size="14" baseType="lpstr">
      <vt:lpstr>Aptos</vt:lpstr>
      <vt:lpstr>Arial</vt:lpstr>
      <vt:lpstr>Inter</vt:lpstr>
      <vt:lpstr>Plus Jakarta Sans</vt:lpstr>
      <vt:lpstr>Roboto</vt:lpstr>
      <vt:lpstr>Space Grotesk</vt:lpstr>
      <vt:lpstr>5_Custom Design</vt:lpstr>
      <vt:lpstr>1_Office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Anilyzed</dc:creator>
  <cp:lastModifiedBy>Anilyzed</cp:lastModifiedBy>
  <cp:revision>1</cp:revision>
  <dcterms:created xsi:type="dcterms:W3CDTF">2026-08-11T13:00:32Z</dcterms:created>
  <dcterms:modified xsi:type="dcterms:W3CDTF">2026-08-11T13:53:28Z</dcterms:modified>
</cp:coreProperties>
</file>